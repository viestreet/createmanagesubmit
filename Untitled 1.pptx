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0080625" cy="5670550"/>
  <p:notesSz cx="7559675" cy="10691813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82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etropol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buNone/>
            </a:pPr>
            <a:endParaRPr lang="es-CL" sz="3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s-CL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C9CBA5B-CAAE-44FA-A06E-71CA725F69E2}" type="slidenum">
              <a:t>‹Nº›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áfico 1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0" y="0"/>
            <a:ext cx="10080000" cy="567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 fontScale="85000" lnSpcReduction="9999"/>
          </a:bodyPr>
          <a:lstStyle/>
          <a:p>
            <a:pPr indent="0" algn="ctr">
              <a:buNone/>
            </a:pPr>
            <a:r>
              <a:rPr lang="es-CL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04000" y="1368000"/>
            <a:ext cx="9072000" cy="379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Aft>
                <a:spcPts val="106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CL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Aft>
                <a:spcPts val="848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s-CL" sz="21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Aft>
                <a:spcPts val="635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CL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Aft>
                <a:spcPts val="422"/>
              </a:spcAft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s-CL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Aft>
                <a:spcPts val="21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CL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Aft>
                <a:spcPts val="21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CL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Aft>
                <a:spcPts val="21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s-CL" sz="15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504000" y="5328000"/>
            <a:ext cx="2348280" cy="22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>
              <a:buNone/>
              <a:defRPr lang="es-CL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lang="es-CL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47360" y="5328000"/>
            <a:ext cx="3195000" cy="22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s-CL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s-CL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7227360" y="5328000"/>
            <a:ext cx="2348280" cy="22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s-CL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A51334DA-69A9-414A-9F14-759029CB5AFC}" type="slidenum">
              <a:rPr lang="es-CL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‹Nº›</a:t>
            </a:fld>
            <a:endParaRPr lang="es-CL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2376000" y="216000"/>
            <a:ext cx="5328000" cy="72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rmAutofit/>
          </a:bodyPr>
          <a:lstStyle/>
          <a:p>
            <a:pPr indent="0" algn="ctr">
              <a:buNone/>
            </a:pPr>
            <a:r>
              <a:rPr lang="es-CL" sz="33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Diploma</a:t>
            </a:r>
          </a:p>
        </p:txBody>
      </p:sp>
      <p:sp>
        <p:nvSpPr>
          <p:cNvPr id="11" name="CuadroTexto 10"/>
          <p:cNvSpPr txBox="1"/>
          <p:nvPr/>
        </p:nvSpPr>
        <p:spPr>
          <a:xfrm>
            <a:off x="1800000" y="1440000"/>
            <a:ext cx="6840000" cy="72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s-CL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Este certificado es emitido a el sr/a : ${nombre} por realizar la capacitacion de:</a:t>
            </a:r>
          </a:p>
        </p:txBody>
      </p:sp>
      <p:sp>
        <p:nvSpPr>
          <p:cNvPr id="12" name="CuadroTexto 11"/>
          <p:cNvSpPr txBox="1"/>
          <p:nvPr/>
        </p:nvSpPr>
        <p:spPr>
          <a:xfrm>
            <a:off x="2160000" y="2340000"/>
            <a:ext cx="63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 anchorCtr="1">
            <a:spAutoFit/>
          </a:bodyPr>
          <a:lstStyle/>
          <a:p>
            <a:pPr algn="ctr"/>
            <a:r>
              <a:rPr lang="es-CL" sz="40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${curso}</a:t>
            </a:r>
          </a:p>
        </p:txBody>
      </p:sp>
      <p:sp>
        <p:nvSpPr>
          <p:cNvPr id="13" name="CuadroTexto 12"/>
          <p:cNvSpPr txBox="1"/>
          <p:nvPr/>
        </p:nvSpPr>
        <p:spPr>
          <a:xfrm>
            <a:off x="1800000" y="4140000"/>
            <a:ext cx="6660000" cy="90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r>
              <a:rPr lang="es-CL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Realizado en modalidad ${modalidad} y de </a:t>
            </a:r>
            <a:r>
              <a:rPr lang="es-CL" sz="18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duracion</a:t>
            </a:r>
            <a:r>
              <a:rPr lang="es-CL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 ${</a:t>
            </a:r>
            <a:r>
              <a:rPr lang="es-CL" sz="1800" b="0" u="none" strike="noStrike" dirty="0" err="1">
                <a:solidFill>
                  <a:srgbClr val="000000"/>
                </a:solidFill>
                <a:effectLst/>
                <a:uFillTx/>
                <a:latin typeface="Arial"/>
              </a:rPr>
              <a:t>duracion</a:t>
            </a:r>
            <a:r>
              <a:rPr lang="es-CL" sz="1800" b="0" u="none" strike="noStrike" dirty="0">
                <a:solidFill>
                  <a:srgbClr val="000000"/>
                </a:solidFill>
                <a:effectLst/>
                <a:uFillTx/>
                <a:latin typeface="Arial"/>
              </a:rPr>
              <a:t>}</a:t>
            </a:r>
          </a:p>
        </p:txBody>
      </p:sp>
      <p:sp>
        <p:nvSpPr>
          <p:cNvPr id="14" name="Rectángulo 13"/>
          <p:cNvSpPr/>
          <p:nvPr/>
        </p:nvSpPr>
        <p:spPr>
          <a:xfrm>
            <a:off x="8640000" y="4500000"/>
            <a:ext cx="1080000" cy="90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s-CL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${imagen_qr}</a:t>
            </a:r>
          </a:p>
        </p:txBody>
      </p:sp>
      <p:sp>
        <p:nvSpPr>
          <p:cNvPr id="15" name="Rectángulo 14"/>
          <p:cNvSpPr/>
          <p:nvPr/>
        </p:nvSpPr>
        <p:spPr>
          <a:xfrm>
            <a:off x="360000" y="360000"/>
            <a:ext cx="1620000" cy="720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s-CL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${imagen_cliente}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4499C5E-AC26-8A50-3AE8-F3AFB91160DF}"/>
              </a:ext>
            </a:extLst>
          </p:cNvPr>
          <p:cNvSpPr txBox="1"/>
          <p:nvPr/>
        </p:nvSpPr>
        <p:spPr>
          <a:xfrm>
            <a:off x="1800000" y="5040000"/>
            <a:ext cx="5743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${</a:t>
            </a:r>
            <a:r>
              <a:rPr lang="es-CL" dirty="0" err="1"/>
              <a:t>datos_emision</a:t>
            </a:r>
            <a:r>
              <a:rPr lang="es-MX" dirty="0"/>
              <a:t>}</a:t>
            </a:r>
            <a:endParaRPr lang="es-CL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50</Words>
  <Application>Microsoft Office PowerPoint</Application>
  <PresentationFormat>Personalizado</PresentationFormat>
  <Paragraphs>7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Symbol</vt:lpstr>
      <vt:lpstr>Wingdings</vt:lpstr>
      <vt:lpstr>Office</vt:lpstr>
      <vt:lpstr>Diploma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Metropolis</dc:title>
  <dc:subject/>
  <dc:creator/>
  <dc:description>This work is licensed under a Creative Commons 0 License.
It makes use of the works of Alexander Wilms.</dc:description>
  <cp:lastModifiedBy>E-volution Capacitación Limitada</cp:lastModifiedBy>
  <cp:revision>3</cp:revision>
  <dcterms:created xsi:type="dcterms:W3CDTF">2026-01-23T16:38:14Z</dcterms:created>
  <dcterms:modified xsi:type="dcterms:W3CDTF">2026-02-10T22:05:24Z</dcterms:modified>
  <dc:language>es-CL</dc:language>
</cp:coreProperties>
</file>
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media/image2.svg" ContentType="image/svg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etropol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lang="es-CL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s-CL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9CBA5B-CAAE-44FA-A06E-71CA725F69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9999"/>
          </a:bodyPr>
          <a:p>
            <a:pPr indent="0" algn="ctr">
              <a:buNone/>
            </a:pPr>
            <a:r>
              <a:rPr lang="es-CL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s-CL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1368000"/>
            <a:ext cx="9072000" cy="379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L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s-CL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spcAft>
                <a:spcPts val="848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CL" sz="21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s-CL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spcAft>
                <a:spcPts val="63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L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s-C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spcAft>
                <a:spcPts val="422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C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s-C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s-C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s-C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spcAft>
                <a:spcPts val="21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CL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s-CL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504000" y="5328000"/>
            <a:ext cx="23482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lang="es-C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lang="es-C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s-C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47360" y="5328000"/>
            <a:ext cx="319500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lang="es-C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C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s-C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227360" y="5328000"/>
            <a:ext cx="23482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lang="es-CL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A51334DA-69A9-414A-9F14-759029CB5AFC}" type="slidenum">
              <a:rPr lang="es-CL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s-C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376000" y="216000"/>
            <a:ext cx="5328000" cy="7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lang="es-CL" sz="33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Diploma</a:t>
            </a:r>
            <a:endParaRPr lang="es-CL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800000" y="1440000"/>
            <a:ext cx="684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Este certificado es emitido a el sr/a : ${nombre} por realizar la capacitacion de: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160000" y="2340000"/>
            <a:ext cx="630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/>
            <a:r>
              <a:rPr lang="es-CL" sz="4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${curso}</a:t>
            </a:r>
            <a:endParaRPr lang="es-CL" sz="4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800000" y="4140000"/>
            <a:ext cx="6660000" cy="9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Realizado en modalidad ${modalidad} y de duracion ${duracion}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8640000" y="4500000"/>
            <a:ext cx="108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${imagen_qr}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60000" y="360000"/>
            <a:ext cx="1620000" cy="7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r>
              <a:rPr lang="es-C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${imagen_cliente}</a:t>
            </a:r>
            <a:endParaRPr lang="es-C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LibreOffice/25.8.4.2$Linux_X86_64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2026-01-23T16:38:14Z</dcterms:created>
  <dc:creator/>
  <dc:description>This work is licensed under a Creative Commons 0 License.
It makes use of the works of Alexander Wilms.</dc:description>
  <dc:language>es-CL</dc:language>
  <cp:lastModifiedBy/>
  <dcterms:modified xsi:type="dcterms:W3CDTF">2026-01-23T16:44:28Z</dcterms:modified>
  <cp:revision>2</cp:revision>
  <dc:subject/>
  <dc:title>Metropolis</dc:title>
</cp:coreProperties>
</file>
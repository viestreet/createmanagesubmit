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3EEA28-FFDB-47D5-B89C-7FFFA03B99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DEB10B-58EA-4954-A106-7C29C2A91E8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 alumno"/>
          <p:cNvSpPr/>
          <p:nvPr/>
        </p:nvSpPr>
        <p:spPr>
          <a:xfrm>
            <a:off x="1980000" y="540000"/>
            <a:ext cx="5938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MX" sz="4400" strike="noStrike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Nombre:${nombre alumno}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nombreCurso"/>
          <p:cNvSpPr/>
          <p:nvPr/>
        </p:nvSpPr>
        <p:spPr>
          <a:xfrm>
            <a:off x="1800000" y="1620000"/>
            <a:ext cx="5398200" cy="12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${curso}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lugar y fecha"/>
          <p:cNvSpPr/>
          <p:nvPr/>
        </p:nvSpPr>
        <p:spPr>
          <a:xfrm>
            <a:off x="2972520" y="3240000"/>
            <a:ext cx="386712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${lugar y fecha}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2025-01-15T17:11:18Z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
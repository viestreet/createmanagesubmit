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3AEFCBF-522F-428B-B176-19748F4169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56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DE4346-9722-4C81-871B-0286FD9D0AC1}" type="slidenum"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MX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MX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MX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MX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ombreAsistente"/>
          <p:cNvSpPr/>
          <p:nvPr/>
        </p:nvSpPr>
        <p:spPr>
          <a:xfrm>
            <a:off x="1980000" y="540000"/>
            <a:ext cx="5938560" cy="71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MX" sz="1800" strike="noStrike" u="none">
                <a:solidFill>
                  <a:srgbClr val="000000"/>
                </a:solidFill>
                <a:uFillTx/>
                <a:latin typeface="Nimbus Sans Narrow"/>
                <a:ea typeface="DejaVu Sans"/>
              </a:rPr>
              <a:t>Nombre:${nombre alumno}</a:t>
            </a:r>
            <a:endParaRPr b="0" lang="es-MX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nombreCurso"/>
          <p:cNvSpPr/>
          <p:nvPr/>
        </p:nvSpPr>
        <p:spPr>
          <a:xfrm>
            <a:off x="1800000" y="1620000"/>
            <a:ext cx="5398560" cy="19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s-MX" sz="4000" strike="noStrike" u="none">
                <a:solidFill>
                  <a:srgbClr val="000000"/>
                </a:solidFill>
                <a:uFillTx/>
                <a:latin typeface="Lato Black"/>
                <a:ea typeface="DejaVu Sans"/>
              </a:rPr>
              <a:t>${curso}</a:t>
            </a:r>
            <a:endParaRPr b="0" lang="es-MX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2972520" y="3240000"/>
            <a:ext cx="3867480" cy="59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s-MX" sz="4000" strike="noStrike" u="none">
                <a:solidFill>
                  <a:srgbClr val="000000"/>
                </a:solidFill>
                <a:uFillTx/>
                <a:latin typeface="Lato Black"/>
                <a:ea typeface="DejaVu Sans"/>
              </a:rPr>
              <a:t>${lugar y fecha}</a:t>
            </a:r>
            <a:endParaRPr b="0" lang="es-MX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LibreOffice/24.8.4.2$Linux_X86_64 LibreOffice_project/480$Build-2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2025-01-04T23:16:54Z</dcterms:created>
  <dc:creator/>
  <dc:description/>
  <dc:language>es-MX</dc:language>
  <cp:lastModifiedBy/>
  <dcterms:modified xsi:type="dcterms:W3CDTF">2025-01-14T17:24:42Z</dcterms:modified>
  <cp:revision>10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
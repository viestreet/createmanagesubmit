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media/image3.png" ContentType="image/png"/>
  <Override PartName="/ppt/media/image4.jpeg" ContentType="image/jpeg"/>
  <Override PartName="/ppt/media/image5.png" ContentType="image/pn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72" r:id="rId11"/>
    <p:sldMasterId id="2147483674" r:id="rId12"/>
  </p:sldMasterIdLst>
  <p:sldIdLst>
    <p:sldId id="256" r:id="rId13"/>
  </p:sldIdLst>
  <p:sldSz cx="10363200" cy="7772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18040" y="309960"/>
            <a:ext cx="932652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_tradnl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18040" y="1818720"/>
            <a:ext cx="932652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19D333-2F4F-4DCE-8F87-AB832A4B7D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FB4F1B-0357-4BD5-86BC-69092D74C3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3301F0E-4895-46B3-8DE6-61DD22E2FE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18040" y="309960"/>
            <a:ext cx="932652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_tradnl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18040" y="1818720"/>
            <a:ext cx="932652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7D308A8-0FA0-4A10-AD8A-C5B99403DB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55BCA93-130C-4DDC-88A8-F9AC8F1951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18040" y="309960"/>
            <a:ext cx="932652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_tradnl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18040" y="1818720"/>
            <a:ext cx="455112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5297040" y="1818720"/>
            <a:ext cx="455112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DD1CB60-CC11-4EF9-A671-C17BC6F597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2D18254-8379-4623-B0E1-C3EF0E366F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18040" y="309960"/>
            <a:ext cx="932652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_tradnl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9B4DA30-B5F8-41D8-933E-BE2F23F371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18040" y="309960"/>
            <a:ext cx="932652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_tradnl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518040" y="1818720"/>
            <a:ext cx="932652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19B3397-0E1B-4555-8CE4-0EC553F6CA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8DCEDED-96D2-4C06-AB40-34002F6EF3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8CFE4F5-46EE-43F8-8F52-1D9C3082F9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18040" y="309960"/>
            <a:ext cx="932652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_tradnl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18040" y="1818720"/>
            <a:ext cx="932652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C55AF2F-8AA0-4DC1-876B-A078A6B245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18040" y="309960"/>
            <a:ext cx="932652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_tradnl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18040" y="1818720"/>
            <a:ext cx="455112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297040" y="1818720"/>
            <a:ext cx="455112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76EC352-4854-44D5-8847-1CD46B250D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18040" y="309960"/>
            <a:ext cx="932652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_tradnl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9169DE0-7B26-47F1-91A1-E139FC7B1A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8C07C47-8320-4733-94A9-1A9EF892D2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251DA99-9001-496F-AADD-7A19FBD603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9F60A21-12D4-4708-ABFB-51E3168A01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6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77240" y="1271880"/>
            <a:ext cx="8808480" cy="270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1036440">
              <a:lnSpc>
                <a:spcPct val="90000"/>
              </a:lnSpc>
              <a:buNone/>
            </a:pPr>
            <a:r>
              <a:rPr b="0" lang="es-ES_tradnl" sz="680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6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FA7DE9-232D-4CFB-9022-35DFE194E873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12440" y="413640"/>
            <a:ext cx="893808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12440" y="2068920"/>
            <a:ext cx="8938080" cy="493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59200" indent="-2592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7724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52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8136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33172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1A2E81-5767-4BF8-AE79-C4A17E2F832F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416000" y="413640"/>
            <a:ext cx="2234160" cy="658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12440" y="413640"/>
            <a:ext cx="6573960" cy="658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59200" indent="-2592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7724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52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8136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33172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3F78EB-5FB5-4288-B573-82616350982F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12440" y="413640"/>
            <a:ext cx="893808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12440" y="2068920"/>
            <a:ext cx="8938080" cy="493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9200" indent="-2592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7724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52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8136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33172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C5A70E-689C-4D73-AE75-2DA95E3BF5C0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07040" y="1937880"/>
            <a:ext cx="8938080" cy="32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680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6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07040" y="5201280"/>
            <a:ext cx="8938080" cy="169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03644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65A257-56F5-4A4F-A777-33C98FC9C7EC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12440" y="413640"/>
            <a:ext cx="893808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12440" y="2068920"/>
            <a:ext cx="4403880" cy="493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9200" indent="-2592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7724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52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8136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33172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5246280" y="2068920"/>
            <a:ext cx="4403880" cy="493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9200" indent="-2592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7724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52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8136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33172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A4283F-0D2B-4A80-8BAD-FF91DD4EDADE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13880" y="413640"/>
            <a:ext cx="893808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13880" y="1905480"/>
            <a:ext cx="4383720" cy="93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03644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713880" y="2838960"/>
            <a:ext cx="4383720" cy="41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9200" indent="-2592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7724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52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8136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33172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5246280" y="1905480"/>
            <a:ext cx="4405320" cy="93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03644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5246280" y="2838960"/>
            <a:ext cx="4405320" cy="41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9200" indent="-2592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7724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52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8136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33172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1BEE1A-28C7-4DF1-A388-C54DC07AC323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12440" y="413640"/>
            <a:ext cx="893808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A68FEF-C835-4761-93FC-2E5206B8669A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F7C2BA-B3D5-48C4-AC44-6BC6129BC711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518040" y="309960"/>
            <a:ext cx="932652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_tradnl" sz="18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  <a:endParaRPr b="0" lang="es-ES_tradnl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518040" y="1818720"/>
            <a:ext cx="932652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s-ES_tradnl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s-ES_tradnl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s-ES_tradnl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13880" y="518040"/>
            <a:ext cx="3341880" cy="18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363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363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405680" y="1119240"/>
            <a:ext cx="5245920" cy="552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9200" indent="-2592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363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63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7724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52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8136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33172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713880" y="2331720"/>
            <a:ext cx="3341880" cy="431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03644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es-ES_tradnl" sz="181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181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909C3C-91B5-48DD-BFCC-D5D0C956A0E5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13880" y="518040"/>
            <a:ext cx="3341880" cy="18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363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363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405680" y="1119240"/>
            <a:ext cx="5245920" cy="552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_tradnl" sz="3630" strike="noStrike" u="none">
                <a:solidFill>
                  <a:schemeClr val="dk1"/>
                </a:solidFill>
                <a:uFillTx/>
                <a:latin typeface="Calibri"/>
              </a:rPr>
              <a:t>Arrastre la imagen al marcador de posición o haga clic en el icono para agregarla</a:t>
            </a:r>
            <a:endParaRPr b="0" lang="es-ES_tradnl" sz="363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713880" y="2331720"/>
            <a:ext cx="3341880" cy="431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03644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es-ES_tradnl" sz="181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181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31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2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3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A20217-30B7-4138-ADD9-2F19942CD56B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image" Target="../media/image6.jpeg"/><Relationship Id="rId7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3" descr=""/>
          <p:cNvPicPr/>
          <p:nvPr/>
        </p:nvPicPr>
        <p:blipFill>
          <a:blip r:embed="rId1"/>
          <a:stretch/>
        </p:blipFill>
        <p:spPr>
          <a:xfrm>
            <a:off x="3429000" y="1852560"/>
            <a:ext cx="3504960" cy="406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Imagen 1" descr=""/>
          <p:cNvPicPr/>
          <p:nvPr/>
        </p:nvPicPr>
        <p:blipFill>
          <a:blip r:embed="rId2"/>
          <a:stretch/>
        </p:blipFill>
        <p:spPr>
          <a:xfrm>
            <a:off x="0" y="0"/>
            <a:ext cx="10361160" cy="777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ángulo 2"/>
          <p:cNvSpPr/>
          <p:nvPr/>
        </p:nvSpPr>
        <p:spPr>
          <a:xfrm>
            <a:off x="735120" y="867600"/>
            <a:ext cx="8805600" cy="6175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Forma libre 5"/>
          <p:cNvSpPr/>
          <p:nvPr/>
        </p:nvSpPr>
        <p:spPr>
          <a:xfrm>
            <a:off x="3643560" y="1127520"/>
            <a:ext cx="3420720" cy="1565280"/>
          </a:xfrm>
          <a:custGeom>
            <a:avLst/>
            <a:gdLst>
              <a:gd name="textAreaLeft" fmla="*/ 0 w 3420720"/>
              <a:gd name="textAreaRight" fmla="*/ 3421080 w 3420720"/>
              <a:gd name="textAreaTop" fmla="*/ 0 h 1565280"/>
              <a:gd name="textAreaBottom" fmla="*/ 1565640 h 1565280"/>
            </a:gdLst>
            <a:ahLst/>
            <a:rect l="textAreaLeft" t="textAreaTop" r="textAreaRight" b="textAreaBottom"/>
            <a:pathLst>
              <a:path w="3420949" h="1565754">
                <a:moveTo>
                  <a:pt x="139130" y="237995"/>
                </a:moveTo>
                <a:lnTo>
                  <a:pt x="139130" y="237995"/>
                </a:lnTo>
                <a:cubicBezTo>
                  <a:pt x="114356" y="634380"/>
                  <a:pt x="179397" y="264603"/>
                  <a:pt x="1344" y="576198"/>
                </a:cubicBezTo>
                <a:cubicBezTo>
                  <a:pt x="-6125" y="589269"/>
                  <a:pt x="19663" y="600311"/>
                  <a:pt x="26396" y="613776"/>
                </a:cubicBezTo>
                <a:cubicBezTo>
                  <a:pt x="32301" y="625586"/>
                  <a:pt x="35720" y="638545"/>
                  <a:pt x="38922" y="651354"/>
                </a:cubicBezTo>
                <a:cubicBezTo>
                  <a:pt x="44086" y="672008"/>
                  <a:pt x="46661" y="693239"/>
                  <a:pt x="51448" y="713984"/>
                </a:cubicBezTo>
                <a:cubicBezTo>
                  <a:pt x="59190" y="747533"/>
                  <a:pt x="65612" y="781528"/>
                  <a:pt x="76500" y="814192"/>
                </a:cubicBezTo>
                <a:cubicBezTo>
                  <a:pt x="80675" y="826718"/>
                  <a:pt x="86162" y="838881"/>
                  <a:pt x="89026" y="851770"/>
                </a:cubicBezTo>
                <a:cubicBezTo>
                  <a:pt x="94536" y="876563"/>
                  <a:pt x="97377" y="901874"/>
                  <a:pt x="101552" y="926926"/>
                </a:cubicBezTo>
                <a:cubicBezTo>
                  <a:pt x="105727" y="1073063"/>
                  <a:pt x="102263" y="1219619"/>
                  <a:pt x="114078" y="1365337"/>
                </a:cubicBezTo>
                <a:cubicBezTo>
                  <a:pt x="115032" y="1377108"/>
                  <a:pt x="128567" y="1385108"/>
                  <a:pt x="139130" y="1390390"/>
                </a:cubicBezTo>
                <a:cubicBezTo>
                  <a:pt x="162749" y="1402200"/>
                  <a:pt x="188392" y="1410263"/>
                  <a:pt x="214286" y="1415442"/>
                </a:cubicBezTo>
                <a:lnTo>
                  <a:pt x="276917" y="1427968"/>
                </a:lnTo>
                <a:cubicBezTo>
                  <a:pt x="381300" y="1423793"/>
                  <a:pt x="485866" y="1422885"/>
                  <a:pt x="590067" y="1415442"/>
                </a:cubicBezTo>
                <a:cubicBezTo>
                  <a:pt x="603237" y="1414501"/>
                  <a:pt x="614949" y="1406543"/>
                  <a:pt x="627645" y="1402916"/>
                </a:cubicBezTo>
                <a:cubicBezTo>
                  <a:pt x="644198" y="1398187"/>
                  <a:pt x="660868" y="1393766"/>
                  <a:pt x="677749" y="1390390"/>
                </a:cubicBezTo>
                <a:cubicBezTo>
                  <a:pt x="702654" y="1385409"/>
                  <a:pt x="727918" y="1382406"/>
                  <a:pt x="752906" y="1377863"/>
                </a:cubicBezTo>
                <a:cubicBezTo>
                  <a:pt x="773853" y="1374054"/>
                  <a:pt x="794659" y="1369512"/>
                  <a:pt x="815536" y="1365337"/>
                </a:cubicBezTo>
                <a:cubicBezTo>
                  <a:pt x="953322" y="1369512"/>
                  <a:pt x="1091258" y="1370216"/>
                  <a:pt x="1228895" y="1377863"/>
                </a:cubicBezTo>
                <a:cubicBezTo>
                  <a:pt x="1242078" y="1378595"/>
                  <a:pt x="1279677" y="1390390"/>
                  <a:pt x="1266473" y="1390390"/>
                </a:cubicBezTo>
                <a:cubicBezTo>
                  <a:pt x="1236949" y="1390390"/>
                  <a:pt x="1208018" y="1382039"/>
                  <a:pt x="1178791" y="1377863"/>
                </a:cubicBezTo>
                <a:cubicBezTo>
                  <a:pt x="1099417" y="1351406"/>
                  <a:pt x="1113760" y="1352811"/>
                  <a:pt x="978374" y="1352811"/>
                </a:cubicBezTo>
                <a:cubicBezTo>
                  <a:pt x="944711" y="1352811"/>
                  <a:pt x="911569" y="1361162"/>
                  <a:pt x="878166" y="1365337"/>
                </a:cubicBezTo>
                <a:cubicBezTo>
                  <a:pt x="890692" y="1369512"/>
                  <a:pt x="904422" y="1371070"/>
                  <a:pt x="915744" y="1377863"/>
                </a:cubicBezTo>
                <a:cubicBezTo>
                  <a:pt x="932387" y="1387849"/>
                  <a:pt x="958534" y="1425866"/>
                  <a:pt x="965848" y="1440494"/>
                </a:cubicBezTo>
                <a:cubicBezTo>
                  <a:pt x="971753" y="1452304"/>
                  <a:pt x="969038" y="1468736"/>
                  <a:pt x="978374" y="1478072"/>
                </a:cubicBezTo>
                <a:cubicBezTo>
                  <a:pt x="1057363" y="1557061"/>
                  <a:pt x="1028103" y="1509199"/>
                  <a:pt x="1091108" y="1540702"/>
                </a:cubicBezTo>
                <a:cubicBezTo>
                  <a:pt x="1104573" y="1547435"/>
                  <a:pt x="1116160" y="1557403"/>
                  <a:pt x="1128686" y="1565754"/>
                </a:cubicBezTo>
                <a:cubicBezTo>
                  <a:pt x="1162089" y="1561579"/>
                  <a:pt x="1195775" y="1559250"/>
                  <a:pt x="1228895" y="1553228"/>
                </a:cubicBezTo>
                <a:cubicBezTo>
                  <a:pt x="1241886" y="1550866"/>
                  <a:pt x="1253584" y="1543566"/>
                  <a:pt x="1266473" y="1540702"/>
                </a:cubicBezTo>
                <a:cubicBezTo>
                  <a:pt x="1291266" y="1535192"/>
                  <a:pt x="1316725" y="1533157"/>
                  <a:pt x="1341629" y="1528176"/>
                </a:cubicBezTo>
                <a:cubicBezTo>
                  <a:pt x="1406893" y="1515123"/>
                  <a:pt x="1373598" y="1519042"/>
                  <a:pt x="1429311" y="1503124"/>
                </a:cubicBezTo>
                <a:cubicBezTo>
                  <a:pt x="1539409" y="1471667"/>
                  <a:pt x="1426894" y="1508105"/>
                  <a:pt x="1516993" y="1478072"/>
                </a:cubicBezTo>
                <a:cubicBezTo>
                  <a:pt x="1552713" y="1482041"/>
                  <a:pt x="1625336" y="1482139"/>
                  <a:pt x="1667306" y="1503124"/>
                </a:cubicBezTo>
                <a:cubicBezTo>
                  <a:pt x="1680771" y="1509857"/>
                  <a:pt x="1691127" y="1522062"/>
                  <a:pt x="1704884" y="1528176"/>
                </a:cubicBezTo>
                <a:cubicBezTo>
                  <a:pt x="1729015" y="1538901"/>
                  <a:pt x="1754988" y="1544877"/>
                  <a:pt x="1780040" y="1553228"/>
                </a:cubicBezTo>
                <a:lnTo>
                  <a:pt x="1817618" y="1565754"/>
                </a:lnTo>
                <a:cubicBezTo>
                  <a:pt x="1839402" y="1562642"/>
                  <a:pt x="1912607" y="1557519"/>
                  <a:pt x="1942878" y="1540702"/>
                </a:cubicBezTo>
                <a:cubicBezTo>
                  <a:pt x="1969198" y="1526080"/>
                  <a:pt x="1992982" y="1507299"/>
                  <a:pt x="2018034" y="1490598"/>
                </a:cubicBezTo>
                <a:cubicBezTo>
                  <a:pt x="2030560" y="1482247"/>
                  <a:pt x="2041330" y="1470306"/>
                  <a:pt x="2055612" y="1465546"/>
                </a:cubicBezTo>
                <a:lnTo>
                  <a:pt x="2093191" y="1453020"/>
                </a:lnTo>
                <a:cubicBezTo>
                  <a:pt x="2118243" y="1436319"/>
                  <a:pt x="2147057" y="1424207"/>
                  <a:pt x="2168347" y="1402916"/>
                </a:cubicBezTo>
                <a:cubicBezTo>
                  <a:pt x="2204044" y="1367218"/>
                  <a:pt x="2183573" y="1384414"/>
                  <a:pt x="2230977" y="1352811"/>
                </a:cubicBezTo>
                <a:cubicBezTo>
                  <a:pt x="2239328" y="1340285"/>
                  <a:pt x="2246027" y="1326485"/>
                  <a:pt x="2256029" y="1315233"/>
                </a:cubicBezTo>
                <a:cubicBezTo>
                  <a:pt x="2279567" y="1288753"/>
                  <a:pt x="2311533" y="1269556"/>
                  <a:pt x="2331185" y="1240077"/>
                </a:cubicBezTo>
                <a:lnTo>
                  <a:pt x="2381289" y="1164921"/>
                </a:lnTo>
                <a:cubicBezTo>
                  <a:pt x="2389640" y="1152395"/>
                  <a:pt x="2395696" y="1137988"/>
                  <a:pt x="2406341" y="1127343"/>
                </a:cubicBezTo>
                <a:cubicBezTo>
                  <a:pt x="2418867" y="1114817"/>
                  <a:pt x="2432391" y="1103215"/>
                  <a:pt x="2443919" y="1089765"/>
                </a:cubicBezTo>
                <a:cubicBezTo>
                  <a:pt x="2457505" y="1073914"/>
                  <a:pt x="2466735" y="1054423"/>
                  <a:pt x="2481497" y="1039661"/>
                </a:cubicBezTo>
                <a:cubicBezTo>
                  <a:pt x="2492142" y="1029016"/>
                  <a:pt x="2507319" y="1024013"/>
                  <a:pt x="2519075" y="1014609"/>
                </a:cubicBezTo>
                <a:cubicBezTo>
                  <a:pt x="2561469" y="980694"/>
                  <a:pt x="2544370" y="964426"/>
                  <a:pt x="2619284" y="939453"/>
                </a:cubicBezTo>
                <a:cubicBezTo>
                  <a:pt x="2631810" y="935277"/>
                  <a:pt x="2645052" y="932831"/>
                  <a:pt x="2656862" y="926926"/>
                </a:cubicBezTo>
                <a:cubicBezTo>
                  <a:pt x="2670327" y="920193"/>
                  <a:pt x="2680683" y="907988"/>
                  <a:pt x="2694440" y="901874"/>
                </a:cubicBezTo>
                <a:cubicBezTo>
                  <a:pt x="2718571" y="891149"/>
                  <a:pt x="2744544" y="885173"/>
                  <a:pt x="2769596" y="876822"/>
                </a:cubicBezTo>
                <a:cubicBezTo>
                  <a:pt x="2782122" y="872647"/>
                  <a:pt x="2794072" y="865934"/>
                  <a:pt x="2807174" y="864296"/>
                </a:cubicBezTo>
                <a:cubicBezTo>
                  <a:pt x="2858131" y="857926"/>
                  <a:pt x="2971383" y="843305"/>
                  <a:pt x="3020117" y="839244"/>
                </a:cubicBezTo>
                <a:cubicBezTo>
                  <a:pt x="3082669" y="834031"/>
                  <a:pt x="3145377" y="830893"/>
                  <a:pt x="3208007" y="826718"/>
                </a:cubicBezTo>
                <a:lnTo>
                  <a:pt x="3283163" y="801666"/>
                </a:lnTo>
                <a:cubicBezTo>
                  <a:pt x="3295689" y="797491"/>
                  <a:pt x="3309755" y="796464"/>
                  <a:pt x="3320741" y="789140"/>
                </a:cubicBezTo>
                <a:lnTo>
                  <a:pt x="3358319" y="764088"/>
                </a:lnTo>
                <a:cubicBezTo>
                  <a:pt x="3415747" y="677946"/>
                  <a:pt x="3398902" y="717496"/>
                  <a:pt x="3420949" y="651354"/>
                </a:cubicBezTo>
                <a:cubicBezTo>
                  <a:pt x="3416774" y="622127"/>
                  <a:pt x="3420414" y="590651"/>
                  <a:pt x="3408423" y="563672"/>
                </a:cubicBezTo>
                <a:cubicBezTo>
                  <a:pt x="3402309" y="549915"/>
                  <a:pt x="3382410" y="548258"/>
                  <a:pt x="3370845" y="538620"/>
                </a:cubicBezTo>
                <a:cubicBezTo>
                  <a:pt x="3357236" y="527279"/>
                  <a:pt x="3346876" y="512383"/>
                  <a:pt x="3333267" y="501042"/>
                </a:cubicBezTo>
                <a:cubicBezTo>
                  <a:pt x="3321702" y="491404"/>
                  <a:pt x="3307444" y="485395"/>
                  <a:pt x="3295689" y="475990"/>
                </a:cubicBezTo>
                <a:cubicBezTo>
                  <a:pt x="3286467" y="468612"/>
                  <a:pt x="3279859" y="458315"/>
                  <a:pt x="3270637" y="450937"/>
                </a:cubicBezTo>
                <a:cubicBezTo>
                  <a:pt x="3258882" y="441532"/>
                  <a:pt x="3244624" y="435523"/>
                  <a:pt x="3233059" y="425885"/>
                </a:cubicBezTo>
                <a:cubicBezTo>
                  <a:pt x="3219450" y="414544"/>
                  <a:pt x="3209464" y="399183"/>
                  <a:pt x="3195481" y="388307"/>
                </a:cubicBezTo>
                <a:cubicBezTo>
                  <a:pt x="3171715" y="369822"/>
                  <a:pt x="3145377" y="354904"/>
                  <a:pt x="3120325" y="338203"/>
                </a:cubicBezTo>
                <a:lnTo>
                  <a:pt x="3082747" y="313151"/>
                </a:lnTo>
                <a:cubicBezTo>
                  <a:pt x="3070221" y="304800"/>
                  <a:pt x="3059451" y="292860"/>
                  <a:pt x="3045169" y="288099"/>
                </a:cubicBezTo>
                <a:cubicBezTo>
                  <a:pt x="2893301" y="237477"/>
                  <a:pt x="3046664" y="284256"/>
                  <a:pt x="2894856" y="250521"/>
                </a:cubicBezTo>
                <a:cubicBezTo>
                  <a:pt x="2881967" y="247657"/>
                  <a:pt x="2869974" y="241622"/>
                  <a:pt x="2857278" y="237995"/>
                </a:cubicBezTo>
                <a:cubicBezTo>
                  <a:pt x="2840725" y="233266"/>
                  <a:pt x="2823663" y="230416"/>
                  <a:pt x="2807174" y="225469"/>
                </a:cubicBezTo>
                <a:cubicBezTo>
                  <a:pt x="2781881" y="217881"/>
                  <a:pt x="2758221" y="203692"/>
                  <a:pt x="2732018" y="200417"/>
                </a:cubicBezTo>
                <a:cubicBezTo>
                  <a:pt x="2606609" y="184741"/>
                  <a:pt x="2665015" y="193425"/>
                  <a:pt x="2556654" y="175365"/>
                </a:cubicBezTo>
                <a:lnTo>
                  <a:pt x="1942878" y="187891"/>
                </a:lnTo>
                <a:cubicBezTo>
                  <a:pt x="1929684" y="188398"/>
                  <a:pt x="1918504" y="200417"/>
                  <a:pt x="1905300" y="200417"/>
                </a:cubicBezTo>
                <a:cubicBezTo>
                  <a:pt x="1867491" y="200417"/>
                  <a:pt x="1830144" y="192066"/>
                  <a:pt x="1792566" y="187891"/>
                </a:cubicBezTo>
                <a:cubicBezTo>
                  <a:pt x="1775865" y="183716"/>
                  <a:pt x="1758794" y="180809"/>
                  <a:pt x="1742462" y="175365"/>
                </a:cubicBezTo>
                <a:cubicBezTo>
                  <a:pt x="1707982" y="163872"/>
                  <a:pt x="1677434" y="146582"/>
                  <a:pt x="1642254" y="137787"/>
                </a:cubicBezTo>
                <a:cubicBezTo>
                  <a:pt x="1621599" y="132623"/>
                  <a:pt x="1600163" y="130863"/>
                  <a:pt x="1579623" y="125261"/>
                </a:cubicBezTo>
                <a:cubicBezTo>
                  <a:pt x="1554146" y="118313"/>
                  <a:pt x="1530361" y="105388"/>
                  <a:pt x="1504467" y="100209"/>
                </a:cubicBezTo>
                <a:cubicBezTo>
                  <a:pt x="1483590" y="96034"/>
                  <a:pt x="1462229" y="93801"/>
                  <a:pt x="1441837" y="87683"/>
                </a:cubicBezTo>
                <a:cubicBezTo>
                  <a:pt x="1420300" y="81222"/>
                  <a:pt x="1400538" y="69741"/>
                  <a:pt x="1379207" y="62631"/>
                </a:cubicBezTo>
                <a:cubicBezTo>
                  <a:pt x="1362875" y="57187"/>
                  <a:pt x="1345804" y="54280"/>
                  <a:pt x="1329103" y="50105"/>
                </a:cubicBezTo>
                <a:cubicBezTo>
                  <a:pt x="1316577" y="41754"/>
                  <a:pt x="1305282" y="31167"/>
                  <a:pt x="1291525" y="25053"/>
                </a:cubicBezTo>
                <a:cubicBezTo>
                  <a:pt x="1267394" y="14328"/>
                  <a:pt x="1216369" y="0"/>
                  <a:pt x="1216369" y="0"/>
                </a:cubicBezTo>
                <a:cubicBezTo>
                  <a:pt x="1111985" y="4175"/>
                  <a:pt x="1007256" y="3068"/>
                  <a:pt x="903218" y="12526"/>
                </a:cubicBezTo>
                <a:cubicBezTo>
                  <a:pt x="807278" y="21248"/>
                  <a:pt x="829125" y="34182"/>
                  <a:pt x="765432" y="50105"/>
                </a:cubicBezTo>
                <a:cubicBezTo>
                  <a:pt x="744778" y="55269"/>
                  <a:pt x="723456" y="57467"/>
                  <a:pt x="702802" y="62631"/>
                </a:cubicBezTo>
                <a:cubicBezTo>
                  <a:pt x="689992" y="65833"/>
                  <a:pt x="678112" y="72293"/>
                  <a:pt x="665223" y="75157"/>
                </a:cubicBezTo>
                <a:cubicBezTo>
                  <a:pt x="640430" y="80666"/>
                  <a:pt x="614706" y="81523"/>
                  <a:pt x="590067" y="87683"/>
                </a:cubicBezTo>
                <a:cubicBezTo>
                  <a:pt x="564448" y="94088"/>
                  <a:pt x="539963" y="104384"/>
                  <a:pt x="514911" y="112735"/>
                </a:cubicBezTo>
                <a:cubicBezTo>
                  <a:pt x="502385" y="116910"/>
                  <a:pt x="488319" y="117937"/>
                  <a:pt x="477333" y="125261"/>
                </a:cubicBezTo>
                <a:cubicBezTo>
                  <a:pt x="464807" y="133612"/>
                  <a:pt x="453512" y="144199"/>
                  <a:pt x="439755" y="150313"/>
                </a:cubicBezTo>
                <a:cubicBezTo>
                  <a:pt x="415624" y="161038"/>
                  <a:pt x="389651" y="167014"/>
                  <a:pt x="364599" y="175365"/>
                </a:cubicBezTo>
                <a:cubicBezTo>
                  <a:pt x="352073" y="179540"/>
                  <a:pt x="339968" y="185302"/>
                  <a:pt x="327021" y="187891"/>
                </a:cubicBezTo>
                <a:cubicBezTo>
                  <a:pt x="306144" y="192066"/>
                  <a:pt x="285174" y="195799"/>
                  <a:pt x="264391" y="200417"/>
                </a:cubicBezTo>
                <a:cubicBezTo>
                  <a:pt x="247585" y="204152"/>
                  <a:pt x="230839" y="208214"/>
                  <a:pt x="214286" y="212943"/>
                </a:cubicBezTo>
                <a:cubicBezTo>
                  <a:pt x="201590" y="216570"/>
                  <a:pt x="189779" y="223602"/>
                  <a:pt x="176708" y="225469"/>
                </a:cubicBezTo>
                <a:cubicBezTo>
                  <a:pt x="160175" y="227831"/>
                  <a:pt x="145393" y="235907"/>
                  <a:pt x="139130" y="237995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_tradnl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9" name="Rectángulo 6"/>
          <p:cNvSpPr/>
          <p:nvPr/>
        </p:nvSpPr>
        <p:spPr>
          <a:xfrm>
            <a:off x="3188880" y="6262920"/>
            <a:ext cx="4057920" cy="66672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_tradnl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80" name="Imagen 9" descr=""/>
          <p:cNvPicPr/>
          <p:nvPr/>
        </p:nvPicPr>
        <p:blipFill>
          <a:blip r:embed="rId3"/>
          <a:stretch/>
        </p:blipFill>
        <p:spPr>
          <a:xfrm>
            <a:off x="3002400" y="1030680"/>
            <a:ext cx="4431240" cy="112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CuadroTexto 10"/>
          <p:cNvSpPr/>
          <p:nvPr/>
        </p:nvSpPr>
        <p:spPr>
          <a:xfrm>
            <a:off x="1089720" y="2400120"/>
            <a:ext cx="7804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_tradnl" sz="24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Al</a:t>
            </a:r>
            <a:r>
              <a:rPr b="1" lang="es-ES_tradnl" sz="18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(</a:t>
            </a:r>
            <a:r>
              <a:rPr b="1" lang="es-ES_tradnl" sz="24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a</a:t>
            </a:r>
            <a:r>
              <a:rPr b="1" lang="es-ES_tradnl" sz="18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)</a:t>
            </a:r>
            <a:r>
              <a:rPr b="1" lang="es-ES_tradnl" sz="24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 Sr</a:t>
            </a:r>
            <a:r>
              <a:rPr b="1" lang="es-ES_tradnl" sz="18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(</a:t>
            </a:r>
            <a:r>
              <a:rPr b="1" lang="es-ES_tradnl" sz="24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ta).: </a:t>
            </a:r>
            <a:r>
              <a:rPr b="1" lang="es-ES_tradnl" sz="28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${nombre alumno}</a:t>
            </a:r>
            <a:endParaRPr b="0" lang="es-MX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CuadroTexto 11"/>
          <p:cNvSpPr/>
          <p:nvPr/>
        </p:nvSpPr>
        <p:spPr>
          <a:xfrm>
            <a:off x="999360" y="3013200"/>
            <a:ext cx="84646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CL" sz="17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Quien participó y aprobó satisfactoriamente la  acción de Capacitación en</a:t>
            </a:r>
            <a:r>
              <a:rPr b="1" lang="es-CL" sz="20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: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CuadroTexto 13"/>
          <p:cNvSpPr/>
          <p:nvPr/>
        </p:nvSpPr>
        <p:spPr>
          <a:xfrm>
            <a:off x="1089720" y="5664600"/>
            <a:ext cx="2996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b="0" lang="es-ES_tradnl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4" name="CuadroTexto 14"/>
          <p:cNvSpPr/>
          <p:nvPr/>
        </p:nvSpPr>
        <p:spPr>
          <a:xfrm>
            <a:off x="5617080" y="5936760"/>
            <a:ext cx="28951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b="0" lang="es-ES_tradnl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85" name="Conector recto 18"/>
          <p:cNvCxnSpPr/>
          <p:nvPr/>
        </p:nvCxnSpPr>
        <p:spPr>
          <a:xfrm>
            <a:off x="5747400" y="6252120"/>
            <a:ext cx="3008160" cy="111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86" name="Forma libre 19"/>
          <p:cNvSpPr/>
          <p:nvPr/>
        </p:nvSpPr>
        <p:spPr>
          <a:xfrm>
            <a:off x="3837600" y="802440"/>
            <a:ext cx="720000" cy="181080"/>
          </a:xfrm>
          <a:custGeom>
            <a:avLst/>
            <a:gdLst>
              <a:gd name="textAreaLeft" fmla="*/ 0 w 720000"/>
              <a:gd name="textAreaRight" fmla="*/ 720360 w 720000"/>
              <a:gd name="textAreaTop" fmla="*/ 0 h 181080"/>
              <a:gd name="textAreaBottom" fmla="*/ 181440 h 181080"/>
            </a:gdLst>
            <a:ahLst/>
            <a:rect l="textAreaLeft" t="textAreaTop" r="textAreaRight" b="textAreaBottom"/>
            <a:pathLst>
              <a:path w="720436" h="181324">
                <a:moveTo>
                  <a:pt x="0" y="56633"/>
                </a:moveTo>
                <a:lnTo>
                  <a:pt x="0" y="56633"/>
                </a:lnTo>
                <a:cubicBezTo>
                  <a:pt x="41564" y="47397"/>
                  <a:pt x="82200" y="31636"/>
                  <a:pt x="124691" y="28924"/>
                </a:cubicBezTo>
                <a:cubicBezTo>
                  <a:pt x="596501" y="-1192"/>
                  <a:pt x="489512" y="-17263"/>
                  <a:pt x="720436" y="28924"/>
                </a:cubicBezTo>
                <a:cubicBezTo>
                  <a:pt x="715818" y="75106"/>
                  <a:pt x="722443" y="123851"/>
                  <a:pt x="706582" y="167469"/>
                </a:cubicBezTo>
                <a:cubicBezTo>
                  <a:pt x="701591" y="181194"/>
                  <a:pt x="679622" y="181324"/>
                  <a:pt x="665018" y="181324"/>
                </a:cubicBezTo>
                <a:cubicBezTo>
                  <a:pt x="480233" y="181324"/>
                  <a:pt x="295563" y="172087"/>
                  <a:pt x="110836" y="167469"/>
                </a:cubicBezTo>
                <a:cubicBezTo>
                  <a:pt x="96982" y="162851"/>
                  <a:pt x="81424" y="161716"/>
                  <a:pt x="69273" y="153615"/>
                </a:cubicBezTo>
                <a:cubicBezTo>
                  <a:pt x="30641" y="127860"/>
                  <a:pt x="24023" y="111159"/>
                  <a:pt x="13855" y="70487"/>
                </a:cubicBezTo>
                <a:cubicBezTo>
                  <a:pt x="12735" y="66007"/>
                  <a:pt x="2309" y="58942"/>
                  <a:pt x="0" y="5663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_tradnl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7" name="Rectángulo 20"/>
          <p:cNvSpPr/>
          <p:nvPr/>
        </p:nvSpPr>
        <p:spPr>
          <a:xfrm>
            <a:off x="0" y="0"/>
            <a:ext cx="485640" cy="77612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_tradnl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8" name="Rectángulo 21"/>
          <p:cNvSpPr/>
          <p:nvPr/>
        </p:nvSpPr>
        <p:spPr>
          <a:xfrm>
            <a:off x="0" y="0"/>
            <a:ext cx="10362960" cy="5266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_tradnl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9" name="Rectángulo 23"/>
          <p:cNvSpPr/>
          <p:nvPr/>
        </p:nvSpPr>
        <p:spPr>
          <a:xfrm>
            <a:off x="9878400" y="10800"/>
            <a:ext cx="484560" cy="77612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_tradnl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0" name="Rectángulo 24"/>
          <p:cNvSpPr/>
          <p:nvPr/>
        </p:nvSpPr>
        <p:spPr>
          <a:xfrm>
            <a:off x="0" y="7246080"/>
            <a:ext cx="1036404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_tradnl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cxnSp>
        <p:nvCxnSpPr>
          <p:cNvPr id="91" name="Conector recto 8"/>
          <p:cNvCxnSpPr/>
          <p:nvPr/>
        </p:nvCxnSpPr>
        <p:spPr>
          <a:xfrm flipV="1">
            <a:off x="701640" y="7039800"/>
            <a:ext cx="8962920" cy="3240"/>
          </a:xfrm>
          <a:prstGeom prst="straightConnector1">
            <a:avLst/>
          </a:prstGeom>
          <a:ln w="57150">
            <a:solidFill>
              <a:srgbClr val="000000"/>
            </a:solidFill>
          </a:ln>
        </p:spPr>
      </p:cxnSp>
      <p:cxnSp>
        <p:nvCxnSpPr>
          <p:cNvPr id="92" name="Conector recto 22"/>
          <p:cNvCxnSpPr/>
          <p:nvPr/>
        </p:nvCxnSpPr>
        <p:spPr>
          <a:xfrm>
            <a:off x="701640" y="720360"/>
            <a:ext cx="8962920" cy="360"/>
          </a:xfrm>
          <a:prstGeom prst="straightConnector1">
            <a:avLst/>
          </a:prstGeom>
          <a:ln w="57150">
            <a:solidFill>
              <a:srgbClr val="000000"/>
            </a:solidFill>
          </a:ln>
        </p:spPr>
      </p:cxnSp>
      <p:cxnSp>
        <p:nvCxnSpPr>
          <p:cNvPr id="93" name="Conector recto 31"/>
          <p:cNvCxnSpPr/>
          <p:nvPr/>
        </p:nvCxnSpPr>
        <p:spPr>
          <a:xfrm flipV="1">
            <a:off x="701640" y="720360"/>
            <a:ext cx="360" cy="6319800"/>
          </a:xfrm>
          <a:prstGeom prst="straightConnector1">
            <a:avLst/>
          </a:prstGeom>
          <a:ln w="57150">
            <a:solidFill>
              <a:srgbClr val="000000"/>
            </a:solidFill>
          </a:ln>
        </p:spPr>
      </p:cxnSp>
      <p:sp>
        <p:nvSpPr>
          <p:cNvPr id="94" name="CuadroTexto 33"/>
          <p:cNvSpPr/>
          <p:nvPr/>
        </p:nvSpPr>
        <p:spPr>
          <a:xfrm>
            <a:off x="1203840" y="6262920"/>
            <a:ext cx="314424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Margarita Vásquez Zúñiga       Gerente  Operaciones            </a:t>
            </a:r>
            <a:endParaRPr b="0" lang="es-MX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 </a:t>
            </a: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E-volution Capacitación Ltda.</a:t>
            </a:r>
            <a:endParaRPr b="0" lang="es-MX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CuadroTexto 34"/>
          <p:cNvSpPr/>
          <p:nvPr/>
        </p:nvSpPr>
        <p:spPr>
          <a:xfrm>
            <a:off x="5747760" y="6262920"/>
            <a:ext cx="314640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Gabriel Parra Fuentes </a:t>
            </a:r>
            <a:endParaRPr b="0" lang="es-MX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Gerente  General</a:t>
            </a:r>
            <a:endParaRPr b="0" lang="es-MX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E-volution Capacitación Ltda.</a:t>
            </a:r>
            <a:endParaRPr b="0" lang="es-MX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CuadroTexto 36"/>
          <p:cNvSpPr/>
          <p:nvPr/>
        </p:nvSpPr>
        <p:spPr>
          <a:xfrm>
            <a:off x="1772640" y="4417200"/>
            <a:ext cx="566100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CL" sz="1200" strike="noStrike" u="none">
                <a:solidFill>
                  <a:schemeClr val="dk1"/>
                </a:solidFill>
                <a:uFillTx/>
                <a:latin typeface="Century Gothic"/>
              </a:rPr>
              <a:t>Estas actividad tuvo una duración de </a:t>
            </a:r>
            <a:r>
              <a:rPr b="1" lang="es-CL" sz="1200" strike="noStrike" u="none">
                <a:solidFill>
                  <a:schemeClr val="dk1"/>
                </a:solidFill>
                <a:uFillTx/>
                <a:latin typeface="Century Gothic"/>
              </a:rPr>
              <a:t>${duracion}, </a:t>
            </a:r>
            <a:r>
              <a:rPr b="0" lang="es-CL" sz="1200" strike="noStrike" u="none">
                <a:solidFill>
                  <a:schemeClr val="dk1"/>
                </a:solidFill>
                <a:uFillTx/>
                <a:latin typeface="Century Gothic"/>
              </a:rPr>
              <a:t>Fue impartido por ${relator}, con una nota de aprobacion: ${nota} , y con una asistencia de : ${asistencia} </a:t>
            </a:r>
            <a:r>
              <a:rPr b="0" lang="es-CL" sz="1600" strike="noStrike" u="none">
                <a:solidFill>
                  <a:schemeClr val="dk1"/>
                </a:solidFill>
                <a:uFillTx/>
                <a:latin typeface="Century Gothic"/>
              </a:rPr>
              <a:t>y se realizó </a:t>
            </a:r>
            <a:r>
              <a:rPr b="1" lang="es-CL" sz="1600" strike="noStrike" u="none">
                <a:solidFill>
                  <a:schemeClr val="dk1"/>
                </a:solidFill>
                <a:uFillTx/>
                <a:latin typeface="Century Gothic"/>
              </a:rPr>
              <a:t>${dias curso}</a:t>
            </a:r>
            <a:endParaRPr b="0" lang="es-MX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97" name="Conector recto 17"/>
          <p:cNvCxnSpPr/>
          <p:nvPr/>
        </p:nvCxnSpPr>
        <p:spPr>
          <a:xfrm>
            <a:off x="1398960" y="6262920"/>
            <a:ext cx="266004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pic>
        <p:nvPicPr>
          <p:cNvPr id="98" name="39 Imagen" descr=""/>
          <p:cNvPicPr/>
          <p:nvPr/>
        </p:nvPicPr>
        <p:blipFill>
          <a:blip r:embed="rId4">
            <a:alphaModFix amt="32000"/>
          </a:blip>
          <a:srcRect l="0" t="20106" r="0" b="12870"/>
          <a:stretch/>
        </p:blipFill>
        <p:spPr>
          <a:xfrm>
            <a:off x="3188880" y="1968840"/>
            <a:ext cx="3735360" cy="341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40 CuadroTexto"/>
          <p:cNvSpPr/>
          <p:nvPr/>
        </p:nvSpPr>
        <p:spPr>
          <a:xfrm>
            <a:off x="1260000" y="3600000"/>
            <a:ext cx="6660000" cy="3952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/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${curso}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42 CuadroTexto"/>
          <p:cNvSpPr/>
          <p:nvPr/>
        </p:nvSpPr>
        <p:spPr>
          <a:xfrm>
            <a:off x="5581440" y="1951560"/>
            <a:ext cx="332280" cy="3690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s-E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101" name="Imagen 4" descr=""/>
          <p:cNvPicPr/>
          <p:nvPr/>
        </p:nvPicPr>
        <p:blipFill>
          <a:blip r:embed="rId5"/>
          <a:stretch/>
        </p:blipFill>
        <p:spPr>
          <a:xfrm>
            <a:off x="7398360" y="987480"/>
            <a:ext cx="2111760" cy="52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Imagen 15" descr=""/>
          <p:cNvPicPr/>
          <p:nvPr/>
        </p:nvPicPr>
        <p:blipFill>
          <a:blip r:embed="rId6"/>
          <a:stretch/>
        </p:blipFill>
        <p:spPr>
          <a:xfrm>
            <a:off x="991440" y="881280"/>
            <a:ext cx="1314360" cy="9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Diploma GP1</Template>
  <TotalTime>9038</TotalTime>
  <Application>LibreOffice/24.8.4.2$Linux_X86_64 LibreOffice_project/480$Build-2</Application>
  <AppVersion>15.0000</AppVersion>
  <Words>67</Words>
  <Paragraphs>11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2017-09-14T20:29:19Z</dcterms:created>
  <dc:creator>Usuario de Microsoft Office</dc:creator>
  <dc:description/>
  <dc:language>es-MX</dc:language>
  <cp:lastModifiedBy/>
  <cp:lastPrinted>2020-03-27T22:03:30Z</cp:lastPrinted>
  <dcterms:modified xsi:type="dcterms:W3CDTF">2025-01-18T17:24:57Z</dcterms:modified>
  <cp:revision>68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Personalizado</vt:lpwstr>
  </property>
  <property fmtid="{D5CDD505-2E9C-101B-9397-08002B2CF9AE}" pid="3" name="Slides">
    <vt:i4>1</vt:i4>
  </property>
</Properties>
</file>
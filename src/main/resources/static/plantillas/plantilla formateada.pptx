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jpeg" ContentType="image/jpeg"/>
  <Override PartName="/ppt/media/image4.png" ContentType="image/png"/>
  <Override PartName="/ppt/media/image3.png" ContentType="image/png"/>
  <Override PartName="/ppt/media/image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363200" cy="77724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18040" y="309960"/>
            <a:ext cx="9324360" cy="12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18040" y="1818720"/>
            <a:ext cx="932652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3BB04B-39F4-415F-BE82-09FE7B2AD8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18040" y="309960"/>
            <a:ext cx="9324360" cy="12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MX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32960" y="7203960"/>
            <a:ext cx="3495240" cy="4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319160" y="7203960"/>
            <a:ext cx="2329200" cy="4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94B007-6521-4072-BD6D-E9F694666052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712440" y="7203960"/>
            <a:ext cx="2329200" cy="4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18040" y="1818720"/>
            <a:ext cx="932652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MX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MX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jpeg"/><Relationship Id="rId6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"/>
          <p:cNvPicPr/>
          <p:nvPr/>
        </p:nvPicPr>
        <p:blipFill>
          <a:blip r:embed="rId1"/>
          <a:stretch/>
        </p:blipFill>
        <p:spPr>
          <a:xfrm>
            <a:off x="3429000" y="1852560"/>
            <a:ext cx="3502800" cy="4064760"/>
          </a:xfrm>
          <a:prstGeom prst="rect">
            <a:avLst/>
          </a:prstGeom>
          <a:ln w="0">
            <a:noFill/>
          </a:ln>
        </p:spPr>
      </p:pic>
      <p:pic>
        <p:nvPicPr>
          <p:cNvPr id="8" name="Imagen 1" descr=""/>
          <p:cNvPicPr/>
          <p:nvPr/>
        </p:nvPicPr>
        <p:blipFill>
          <a:blip r:embed="rId2"/>
          <a:stretch/>
        </p:blipFill>
        <p:spPr>
          <a:xfrm>
            <a:off x="0" y="0"/>
            <a:ext cx="10359000" cy="7769880"/>
          </a:xfrm>
          <a:prstGeom prst="rect">
            <a:avLst/>
          </a:prstGeom>
          <a:ln w="0">
            <a:noFill/>
          </a:ln>
        </p:spPr>
      </p:pic>
      <p:sp>
        <p:nvSpPr>
          <p:cNvPr id="9" name="nombre"/>
          <p:cNvSpPr/>
          <p:nvPr/>
        </p:nvSpPr>
        <p:spPr>
          <a:xfrm>
            <a:off x="735120" y="867600"/>
            <a:ext cx="8803440" cy="6172920"/>
          </a:xfrm>
          <a:prstGeom prst="rect">
            <a:avLst/>
          </a:prstGeom>
          <a:solidFill>
            <a:schemeClr val="l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MX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0" name="Rectángulo 6"/>
          <p:cNvSpPr/>
          <p:nvPr/>
        </p:nvSpPr>
        <p:spPr>
          <a:xfrm>
            <a:off x="3188880" y="6262920"/>
            <a:ext cx="4055760" cy="664560"/>
          </a:xfrm>
          <a:prstGeom prst="rect">
            <a:avLst/>
          </a:prstGeom>
          <a:solidFill>
            <a:schemeClr val="lt1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ES_tradnl" sz="1800" strike="noStrike" u="non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pic>
        <p:nvPicPr>
          <p:cNvPr id="11" name="Imagen 9" descr=""/>
          <p:cNvPicPr/>
          <p:nvPr/>
        </p:nvPicPr>
        <p:blipFill>
          <a:blip r:embed="rId3"/>
          <a:stretch/>
        </p:blipFill>
        <p:spPr>
          <a:xfrm>
            <a:off x="3002400" y="1030680"/>
            <a:ext cx="4429080" cy="1121400"/>
          </a:xfrm>
          <a:prstGeom prst="rect">
            <a:avLst/>
          </a:prstGeom>
          <a:ln w="0">
            <a:noFill/>
          </a:ln>
        </p:spPr>
      </p:pic>
      <p:sp>
        <p:nvSpPr>
          <p:cNvPr id="12" name="CuadroTexto 10"/>
          <p:cNvSpPr/>
          <p:nvPr/>
        </p:nvSpPr>
        <p:spPr>
          <a:xfrm>
            <a:off x="1089720" y="2400120"/>
            <a:ext cx="7802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_tradnl" sz="24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Al</a:t>
            </a:r>
            <a:r>
              <a:rPr b="1" lang="es-ES_tradnl" sz="18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(</a:t>
            </a:r>
            <a:r>
              <a:rPr b="1" lang="es-ES_tradnl" sz="24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a</a:t>
            </a:r>
            <a:r>
              <a:rPr b="1" lang="es-ES_tradnl" sz="18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)</a:t>
            </a:r>
            <a:r>
              <a:rPr b="1" lang="es-ES_tradnl" sz="24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 Sr</a:t>
            </a:r>
            <a:r>
              <a:rPr b="1" lang="es-ES_tradnl" sz="18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(</a:t>
            </a:r>
            <a:r>
              <a:rPr b="1" lang="es-ES_tradnl" sz="24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ta).: </a:t>
            </a:r>
            <a:endParaRPr b="1" lang="es-MX" sz="2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" name="CuadroTexto 11"/>
          <p:cNvSpPr/>
          <p:nvPr/>
        </p:nvSpPr>
        <p:spPr>
          <a:xfrm>
            <a:off x="999360" y="3013200"/>
            <a:ext cx="84625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CL" sz="17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Quien participó y aprobó satisfactoriamente la  acción de Capacitación en</a:t>
            </a:r>
            <a:r>
              <a:rPr b="1" lang="es-CL" sz="20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:</a:t>
            </a:r>
            <a:endParaRPr b="1" lang="es-MX" sz="2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" name="CuadroTexto 13"/>
          <p:cNvSpPr/>
          <p:nvPr/>
        </p:nvSpPr>
        <p:spPr>
          <a:xfrm>
            <a:off x="1089720" y="5664600"/>
            <a:ext cx="299448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s-ES_tradnl" sz="1800" strike="noStrike" u="none">
              <a:solidFill>
                <a:schemeClr val="dk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5" name="CuadroTexto 14"/>
          <p:cNvSpPr/>
          <p:nvPr/>
        </p:nvSpPr>
        <p:spPr>
          <a:xfrm>
            <a:off x="5617080" y="5936760"/>
            <a:ext cx="28929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s-ES_tradnl" sz="1800" strike="noStrike" u="none">
              <a:solidFill>
                <a:schemeClr val="dk1"/>
              </a:solidFill>
              <a:uFillTx/>
              <a:latin typeface="Calibri"/>
              <a:ea typeface="DejaVu Sans"/>
            </a:endParaRPr>
          </a:p>
        </p:txBody>
      </p:sp>
      <p:cxnSp>
        <p:nvCxnSpPr>
          <p:cNvPr id="16" name="Conector recto 18"/>
          <p:cNvCxnSpPr/>
          <p:nvPr/>
        </p:nvCxnSpPr>
        <p:spPr>
          <a:xfrm>
            <a:off x="5747400" y="6252120"/>
            <a:ext cx="3010320" cy="13320"/>
          </a:xfrm>
          <a:prstGeom prst="straightConnector1">
            <a:avLst/>
          </a:prstGeom>
          <a:ln w="6480">
            <a:solidFill>
              <a:srgbClr val="000000"/>
            </a:solidFill>
            <a:miter/>
          </a:ln>
        </p:spPr>
      </p:cxnSp>
      <p:sp>
        <p:nvSpPr>
          <p:cNvPr id="17" name="Forma libre 19"/>
          <p:cNvSpPr/>
          <p:nvPr/>
        </p:nvSpPr>
        <p:spPr>
          <a:xfrm>
            <a:off x="3837600" y="802440"/>
            <a:ext cx="717840" cy="178920"/>
          </a:xfrm>
          <a:custGeom>
            <a:avLst/>
            <a:gdLst>
              <a:gd name="textAreaLeft" fmla="*/ 0 w 717840"/>
              <a:gd name="textAreaRight" fmla="*/ 720360 w 717840"/>
              <a:gd name="textAreaTop" fmla="*/ 0 h 178920"/>
              <a:gd name="textAreaBottom" fmla="*/ 181440 h 178920"/>
            </a:gdLst>
            <a:ahLst/>
            <a:rect l="textAreaLeft" t="textAreaTop" r="textAreaRight" b="textAreaBottom"/>
            <a:pathLst>
              <a:path w="720436" h="181324">
                <a:moveTo>
                  <a:pt x="0" y="56633"/>
                </a:moveTo>
                <a:lnTo>
                  <a:pt x="0" y="56633"/>
                </a:lnTo>
                <a:cubicBezTo>
                  <a:pt x="41564" y="47397"/>
                  <a:pt x="82200" y="31636"/>
                  <a:pt x="124691" y="28924"/>
                </a:cubicBezTo>
                <a:cubicBezTo>
                  <a:pt x="596501" y="-1192"/>
                  <a:pt x="489512" y="-17263"/>
                  <a:pt x="720436" y="28924"/>
                </a:cubicBezTo>
                <a:cubicBezTo>
                  <a:pt x="715818" y="75106"/>
                  <a:pt x="722443" y="123851"/>
                  <a:pt x="706582" y="167469"/>
                </a:cubicBezTo>
                <a:cubicBezTo>
                  <a:pt x="701591" y="181194"/>
                  <a:pt x="679622" y="181324"/>
                  <a:pt x="665018" y="181324"/>
                </a:cubicBezTo>
                <a:cubicBezTo>
                  <a:pt x="480233" y="181324"/>
                  <a:pt x="295563" y="172087"/>
                  <a:pt x="110836" y="167469"/>
                </a:cubicBezTo>
                <a:cubicBezTo>
                  <a:pt x="96982" y="162851"/>
                  <a:pt x="81424" y="161716"/>
                  <a:pt x="69273" y="153615"/>
                </a:cubicBezTo>
                <a:cubicBezTo>
                  <a:pt x="30641" y="127860"/>
                  <a:pt x="24023" y="111159"/>
                  <a:pt x="13855" y="70487"/>
                </a:cubicBezTo>
                <a:cubicBezTo>
                  <a:pt x="12735" y="66007"/>
                  <a:pt x="2309" y="58942"/>
                  <a:pt x="0" y="56633"/>
                </a:cubicBezTo>
                <a:close/>
              </a:path>
            </a:pathLst>
          </a:custGeom>
          <a:solidFill>
            <a:schemeClr val="lt1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ES_tradnl" sz="1800" strike="noStrike" u="non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8" name="Rectángulo 20"/>
          <p:cNvSpPr/>
          <p:nvPr/>
        </p:nvSpPr>
        <p:spPr>
          <a:xfrm>
            <a:off x="0" y="0"/>
            <a:ext cx="483480" cy="7759080"/>
          </a:xfrm>
          <a:prstGeom prst="rect">
            <a:avLst/>
          </a:prstGeom>
          <a:solidFill>
            <a:schemeClr val="lt1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ES_tradnl" sz="1800" strike="noStrike" u="non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9" name="Rectángulo 21"/>
          <p:cNvSpPr/>
          <p:nvPr/>
        </p:nvSpPr>
        <p:spPr>
          <a:xfrm>
            <a:off x="0" y="0"/>
            <a:ext cx="10360800" cy="524520"/>
          </a:xfrm>
          <a:prstGeom prst="rect">
            <a:avLst/>
          </a:prstGeom>
          <a:solidFill>
            <a:schemeClr val="lt1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ES_tradnl" sz="1800" strike="noStrike" u="non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0" name="Rectángulo 23"/>
          <p:cNvSpPr/>
          <p:nvPr/>
        </p:nvSpPr>
        <p:spPr>
          <a:xfrm>
            <a:off x="9878400" y="10800"/>
            <a:ext cx="482400" cy="7759080"/>
          </a:xfrm>
          <a:prstGeom prst="rect">
            <a:avLst/>
          </a:prstGeom>
          <a:solidFill>
            <a:schemeClr val="lt1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ES_tradnl" sz="1800" strike="noStrike" u="non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1" name="Rectángulo 24"/>
          <p:cNvSpPr/>
          <p:nvPr/>
        </p:nvSpPr>
        <p:spPr>
          <a:xfrm>
            <a:off x="0" y="7246080"/>
            <a:ext cx="10361880" cy="523800"/>
          </a:xfrm>
          <a:prstGeom prst="rect">
            <a:avLst/>
          </a:prstGeom>
          <a:solidFill>
            <a:schemeClr val="lt1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ES_tradnl" sz="1800" strike="noStrike" u="non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cxnSp>
        <p:nvCxnSpPr>
          <p:cNvPr id="22" name="Conector recto 8"/>
          <p:cNvCxnSpPr/>
          <p:nvPr/>
        </p:nvCxnSpPr>
        <p:spPr>
          <a:xfrm flipV="1">
            <a:off x="701640" y="7039800"/>
            <a:ext cx="8965080" cy="5400"/>
          </a:xfrm>
          <a:prstGeom prst="straightConnector1">
            <a:avLst/>
          </a:prstGeom>
          <a:ln w="57240">
            <a:solidFill>
              <a:srgbClr val="000000"/>
            </a:solidFill>
            <a:miter/>
          </a:ln>
        </p:spPr>
      </p:cxnSp>
      <p:cxnSp>
        <p:nvCxnSpPr>
          <p:cNvPr id="23" name="Conector recto 22"/>
          <p:cNvCxnSpPr/>
          <p:nvPr/>
        </p:nvCxnSpPr>
        <p:spPr>
          <a:xfrm>
            <a:off x="701640" y="720360"/>
            <a:ext cx="8965080" cy="2520"/>
          </a:xfrm>
          <a:prstGeom prst="straightConnector1">
            <a:avLst/>
          </a:prstGeom>
          <a:ln w="57240">
            <a:solidFill>
              <a:srgbClr val="000000"/>
            </a:solidFill>
            <a:miter/>
          </a:ln>
        </p:spPr>
      </p:cxnSp>
      <p:cxnSp>
        <p:nvCxnSpPr>
          <p:cNvPr id="24" name="Conector recto 31"/>
          <p:cNvCxnSpPr/>
          <p:nvPr/>
        </p:nvCxnSpPr>
        <p:spPr>
          <a:xfrm flipV="1">
            <a:off x="701640" y="720360"/>
            <a:ext cx="2520" cy="6321960"/>
          </a:xfrm>
          <a:prstGeom prst="straightConnector1">
            <a:avLst/>
          </a:prstGeom>
          <a:ln w="57240">
            <a:solidFill>
              <a:srgbClr val="000000"/>
            </a:solidFill>
            <a:miter/>
          </a:ln>
        </p:spPr>
      </p:cxnSp>
      <p:sp>
        <p:nvSpPr>
          <p:cNvPr id="25" name="CuadroTexto 33"/>
          <p:cNvSpPr/>
          <p:nvPr/>
        </p:nvSpPr>
        <p:spPr>
          <a:xfrm>
            <a:off x="1203840" y="6262920"/>
            <a:ext cx="3142080" cy="9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ES_tradnl" sz="13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Margarita Vásquez Zúñiga       Gerente  Operaciones            </a:t>
            </a:r>
            <a:endParaRPr b="1" lang="es-MX" sz="130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algn="ctr" defTabSz="914400">
              <a:lnSpc>
                <a:spcPct val="100000"/>
              </a:lnSpc>
            </a:pPr>
            <a:r>
              <a:rPr b="0" lang="es-ES_tradnl" sz="13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 </a:t>
            </a:r>
            <a:r>
              <a:rPr b="0" lang="es-ES_tradnl" sz="13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E-volution Capacitación Ltda.</a:t>
            </a:r>
            <a:endParaRPr b="1" lang="es-MX" sz="130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endParaRPr b="1" lang="es-MX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CuadroTexto 34"/>
          <p:cNvSpPr/>
          <p:nvPr/>
        </p:nvSpPr>
        <p:spPr>
          <a:xfrm>
            <a:off x="5747760" y="6262920"/>
            <a:ext cx="3144240" cy="9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ES_tradnl" sz="13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Gabriel Parra Fuentes </a:t>
            </a:r>
            <a:endParaRPr b="1" lang="es-MX" sz="130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algn="ctr" defTabSz="914400">
              <a:lnSpc>
                <a:spcPct val="100000"/>
              </a:lnSpc>
            </a:pPr>
            <a:r>
              <a:rPr b="0" lang="es-ES_tradnl" sz="13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Gerente  General</a:t>
            </a:r>
            <a:endParaRPr b="1" lang="es-MX" sz="130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algn="ctr" defTabSz="914400">
              <a:lnSpc>
                <a:spcPct val="100000"/>
              </a:lnSpc>
            </a:pPr>
            <a:r>
              <a:rPr b="0" lang="es-ES_tradnl" sz="13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E-volution Capacitación Ltda.</a:t>
            </a:r>
            <a:endParaRPr b="1" lang="es-MX" sz="130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endParaRPr b="1" lang="es-MX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CuadroTexto 36"/>
          <p:cNvSpPr/>
          <p:nvPr/>
        </p:nvSpPr>
        <p:spPr>
          <a:xfrm>
            <a:off x="1772640" y="4417200"/>
            <a:ext cx="565884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s-CL" sz="2000" strike="noStrike" u="none">
                <a:solidFill>
                  <a:schemeClr val="dk1"/>
                </a:solidFill>
                <a:uFillTx/>
                <a:latin typeface="Century Gothic"/>
                <a:ea typeface="DejaVu Sans"/>
              </a:rPr>
              <a:t>Estas actividad tuvo una duración de </a:t>
            </a:r>
            <a:r>
              <a:rPr b="1" lang="es-CL" sz="2000" strike="noStrike" u="none">
                <a:solidFill>
                  <a:schemeClr val="dk1"/>
                </a:solidFill>
                <a:uFillTx/>
                <a:latin typeface="Century Gothic"/>
                <a:ea typeface="DejaVu Sans"/>
              </a:rPr>
              <a:t>8 Hrs.</a:t>
            </a:r>
            <a:endParaRPr b="1" lang="es-MX" sz="200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defTabSz="914400">
              <a:lnSpc>
                <a:spcPct val="150000"/>
              </a:lnSpc>
            </a:pPr>
            <a:r>
              <a:rPr b="0" lang="es-CL" sz="2000" strike="noStrike" u="none">
                <a:solidFill>
                  <a:schemeClr val="dk1"/>
                </a:solidFill>
                <a:uFillTx/>
                <a:latin typeface="Century Gothic"/>
                <a:ea typeface="DejaVu Sans"/>
              </a:rPr>
              <a:t>y se realizó </a:t>
            </a:r>
            <a:r>
              <a:rPr b="1" lang="es-CL" sz="2000" strike="noStrike" u="none">
                <a:solidFill>
                  <a:schemeClr val="dk1"/>
                </a:solidFill>
                <a:uFillTx/>
                <a:latin typeface="Century Gothic"/>
                <a:ea typeface="DejaVu Sans"/>
              </a:rPr>
              <a:t>el día 26 de febrero 2020</a:t>
            </a:r>
            <a:endParaRPr b="1" lang="es-MX" sz="2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cxnSp>
        <p:nvCxnSpPr>
          <p:cNvPr id="28" name="Conector recto 17"/>
          <p:cNvCxnSpPr/>
          <p:nvPr/>
        </p:nvCxnSpPr>
        <p:spPr>
          <a:xfrm>
            <a:off x="1398960" y="6262920"/>
            <a:ext cx="2662200" cy="2520"/>
          </a:xfrm>
          <a:prstGeom prst="straightConnector1">
            <a:avLst/>
          </a:prstGeom>
          <a:ln w="6480">
            <a:solidFill>
              <a:srgbClr val="000000"/>
            </a:solidFill>
            <a:miter/>
          </a:ln>
        </p:spPr>
      </p:cxnSp>
      <p:sp>
        <p:nvSpPr>
          <p:cNvPr id="29" name="nombreAsistente"/>
          <p:cNvSpPr/>
          <p:nvPr/>
        </p:nvSpPr>
        <p:spPr>
          <a:xfrm>
            <a:off x="3429360" y="2400120"/>
            <a:ext cx="5209920" cy="5137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1" lang="es-MX" sz="2800" strike="noStrike" u="none">
              <a:solidFill>
                <a:srgbClr val="000000"/>
              </a:solidFill>
              <a:uFillTx/>
              <a:latin typeface="Cantarell Extra Bold"/>
              <a:ea typeface="DejaVu Sans"/>
            </a:endParaRPr>
          </a:p>
        </p:txBody>
      </p:sp>
      <p:sp>
        <p:nvSpPr>
          <p:cNvPr id="30" name="42 CuadroTexto"/>
          <p:cNvSpPr/>
          <p:nvPr/>
        </p:nvSpPr>
        <p:spPr>
          <a:xfrm>
            <a:off x="5581440" y="1951560"/>
            <a:ext cx="330120" cy="3668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chemeClr val="dk1"/>
              </a:solidFill>
              <a:uFillTx/>
              <a:latin typeface="Calibri"/>
              <a:ea typeface="DejaVu Sans"/>
            </a:endParaRPr>
          </a:p>
        </p:txBody>
      </p:sp>
      <p:pic>
        <p:nvPicPr>
          <p:cNvPr id="31" name="Imagen 4" descr=""/>
          <p:cNvPicPr/>
          <p:nvPr/>
        </p:nvPicPr>
        <p:blipFill>
          <a:blip r:embed="rId4"/>
          <a:stretch/>
        </p:blipFill>
        <p:spPr>
          <a:xfrm>
            <a:off x="7398360" y="987480"/>
            <a:ext cx="2109600" cy="522360"/>
          </a:xfrm>
          <a:prstGeom prst="rect">
            <a:avLst/>
          </a:prstGeom>
          <a:ln w="0">
            <a:noFill/>
          </a:ln>
        </p:spPr>
      </p:pic>
      <p:pic>
        <p:nvPicPr>
          <p:cNvPr id="32" name="Imagen 15" descr=""/>
          <p:cNvPicPr/>
          <p:nvPr/>
        </p:nvPicPr>
        <p:blipFill>
          <a:blip r:embed="rId5"/>
          <a:stretch/>
        </p:blipFill>
        <p:spPr>
          <a:xfrm>
            <a:off x="991440" y="881280"/>
            <a:ext cx="1312200" cy="970560"/>
          </a:xfrm>
          <a:prstGeom prst="rect">
            <a:avLst/>
          </a:prstGeom>
          <a:ln w="0">
            <a:noFill/>
          </a:ln>
        </p:spPr>
      </p:pic>
      <p:sp>
        <p:nvSpPr>
          <p:cNvPr id="33" name="nombreCurso"/>
          <p:cNvSpPr/>
          <p:nvPr/>
        </p:nvSpPr>
        <p:spPr>
          <a:xfrm>
            <a:off x="1980000" y="3600000"/>
            <a:ext cx="5939280" cy="7192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MX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Diploma GP1</Template>
  <TotalTime>9047</TotalTime>
  <Application>LibreOffice/24.8.3.2$Linux_X86_64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2017-09-14T20:29:19Z</dcterms:created>
  <dc:creator>Usuario de Microsoft Office</dc:creator>
  <dc:description/>
  <dc:language>es-MX</dc:language>
  <cp:lastModifiedBy/>
  <cp:lastPrinted>2020-03-27T22:03:30Z</cp:lastPrinted>
  <dcterms:modified xsi:type="dcterms:W3CDTF">2024-12-27T05:32:39Z</dcterms:modified>
  <cp:revision>74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Personalizado</vt:lpwstr>
  </property>
  <property fmtid="{D5CDD505-2E9C-101B-9397-08002B2CF9AE}" pid="3" name="Slides">
    <vt:r8>1</vt:r8>
  </property>
</Properties>
</file>
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CDE9A-3F15-854C-766C-6A04BA4528B3}" v="19" dt="2025-01-19T19:49:41.707"/>
    <p1510:client id="{56ED7F60-0040-AFB9-A2AE-D995FB691246}" v="471" dt="2025-01-19T21:12:13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19/01/2025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307CCB0-C8F2-4588-12A9-19FA270CA22D}"/>
              </a:ext>
            </a:extLst>
          </p:cNvPr>
          <p:cNvSpPr/>
          <p:nvPr/>
        </p:nvSpPr>
        <p:spPr>
          <a:xfrm>
            <a:off x="2097333" y="636124"/>
            <a:ext cx="7480040" cy="1757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4400" dirty="0">
                <a:solidFill>
                  <a:schemeClr val="tx1"/>
                </a:solidFill>
                <a:latin typeface="Algerian"/>
              </a:rPr>
              <a:t>Diploma ejemplo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F304A69-D765-5DB7-FEC7-73F880E8AC76}"/>
              </a:ext>
            </a:extLst>
          </p:cNvPr>
          <p:cNvSpPr/>
          <p:nvPr/>
        </p:nvSpPr>
        <p:spPr>
          <a:xfrm>
            <a:off x="329793" y="1977883"/>
            <a:ext cx="11544135" cy="10139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" dirty="0">
                <a:solidFill>
                  <a:schemeClr val="tx1"/>
                </a:solidFill>
              </a:rPr>
              <a:t>Al señor(a) : ${nombre alumno}</a:t>
            </a:r>
          </a:p>
          <a:p>
            <a:r>
              <a:rPr lang="es-ES" dirty="0">
                <a:solidFill>
                  <a:schemeClr val="tx1"/>
                </a:solidFill>
              </a:rPr>
              <a:t>Se le certificara en los siguientes cursos:</a:t>
            </a:r>
          </a:p>
          <a:p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58E9DEB-192D-99D5-3B8F-713FDD14FBCE}"/>
              </a:ext>
            </a:extLst>
          </p:cNvPr>
          <p:cNvSpPr/>
          <p:nvPr/>
        </p:nvSpPr>
        <p:spPr>
          <a:xfrm>
            <a:off x="2203938" y="5556738"/>
            <a:ext cx="2813538" cy="12543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firma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863018-48FA-3ECB-BBEC-31B919AE3F33}"/>
              </a:ext>
            </a:extLst>
          </p:cNvPr>
          <p:cNvSpPr/>
          <p:nvPr/>
        </p:nvSpPr>
        <p:spPr>
          <a:xfrm>
            <a:off x="8323384" y="5556738"/>
            <a:ext cx="2497015" cy="12895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>
                <a:solidFill>
                  <a:srgbClr val="000000"/>
                </a:solidFill>
              </a:rPr>
              <a:t>firma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D890343-089E-EA73-8A00-7A515607FD08}"/>
              </a:ext>
            </a:extLst>
          </p:cNvPr>
          <p:cNvSpPr/>
          <p:nvPr/>
        </p:nvSpPr>
        <p:spPr>
          <a:xfrm>
            <a:off x="328246" y="2931875"/>
            <a:ext cx="11547230" cy="1008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${curso}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C88CAC4-E353-C663-5339-E033B1AA89E7}"/>
              </a:ext>
            </a:extLst>
          </p:cNvPr>
          <p:cNvSpPr/>
          <p:nvPr/>
        </p:nvSpPr>
        <p:spPr>
          <a:xfrm>
            <a:off x="699796" y="3981061"/>
            <a:ext cx="11134530" cy="1306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Este curso fue impartido por ${relator}, tuvo una </a:t>
            </a:r>
            <a:r>
              <a:rPr lang="es-ES" dirty="0" err="1">
                <a:solidFill>
                  <a:schemeClr val="tx1"/>
                </a:solidFill>
              </a:rPr>
              <a:t>duracion</a:t>
            </a:r>
            <a:r>
              <a:rPr lang="es-ES" dirty="0">
                <a:solidFill>
                  <a:schemeClr val="tx1"/>
                </a:solidFill>
              </a:rPr>
              <a:t> de :${correlativo}, el alumno tuvo una nota de </a:t>
            </a:r>
            <a:r>
              <a:rPr lang="es-ES" dirty="0" err="1">
                <a:solidFill>
                  <a:schemeClr val="tx1"/>
                </a:solidFill>
              </a:rPr>
              <a:t>aprovacion</a:t>
            </a:r>
            <a:r>
              <a:rPr lang="es-ES" dirty="0">
                <a:solidFill>
                  <a:schemeClr val="tx1"/>
                </a:solidFill>
              </a:rPr>
              <a:t> de: ${nota} y tuvo una modalidad de ${modalidad}, el curso fue impartido el ${asistencia}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249</cp:revision>
  <dcterms:created xsi:type="dcterms:W3CDTF">2025-01-18T21:40:02Z</dcterms:created>
  <dcterms:modified xsi:type="dcterms:W3CDTF">2025-01-19T21:12:22Z</dcterms:modified>
</cp:coreProperties>
</file>
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_rels/presentation.xml.rels" ContentType="application/vnd.openxmlformats-package.relationships+xml"/>
  <Override PartName="/ppt/presentation.xml" ContentType="application/vnd.openxmlformats-officedocument.presentationml.presentation.main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slideLayouts/_rels/slideLayout1.xml.rels" ContentType="application/vnd.openxmlformats-package.relationships+xml"/>
  <Override PartName="/ppt/slideLayouts/slideLayout1.xml" ContentType="application/vnd.openxmlformats-officedocument.presentationml.slideLayout+xml"/>
  <Override PartName="/ppt/slides/_rels/slide1.xml.rels" ContentType="application/vnd.openxmlformats-package.relationships+xml"/>
  <Override PartName="/ppt/slides/slide1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</p:sldIdLst>
  <p:sldSz cx="10080625" cy="5670550"/>
  <p:notesSz cx="7559675" cy="10691813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C1A3CC1C-E285-4608-8E8E-49946FB985A1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s-MX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ftr" idx="1"/>
          </p:nvPr>
        </p:nvSpPr>
        <p:spPr>
          <a:xfrm>
            <a:off x="3447360" y="5165280"/>
            <a:ext cx="3194280" cy="389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s-MX" sz="1400" strike="noStrike" u="non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400" strike="noStrike" u="none">
                <a:solidFill>
                  <a:srgbClr val="000000"/>
                </a:solidFill>
                <a:uFillTx/>
                <a:latin typeface="Times New Roman"/>
              </a:rPr>
              <a:t>&lt;footer&gt;</a:t>
            </a:r>
            <a:endParaRPr b="0" lang="es-MX" sz="14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sldNum" idx="2"/>
          </p:nvPr>
        </p:nvSpPr>
        <p:spPr>
          <a:xfrm>
            <a:off x="7227360" y="5165280"/>
            <a:ext cx="2347560" cy="389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s-MX" sz="1400" strike="noStrike" u="non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80A34051-97A3-41AB-9201-86D6BDC15AF7}" type="slidenum">
              <a:rPr b="0" lang="es-MX" sz="1400" strike="noStrike" u="none">
                <a:solidFill>
                  <a:srgbClr val="000000"/>
                </a:solidFill>
                <a:uFillTx/>
                <a:latin typeface="Times New Roman"/>
              </a:rPr>
              <a:t>&lt;number&gt;</a:t>
            </a:fld>
            <a:endParaRPr b="0" lang="es-MX" sz="14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dt" idx="3"/>
          </p:nvPr>
        </p:nvSpPr>
        <p:spPr>
          <a:xfrm>
            <a:off x="504000" y="5165280"/>
            <a:ext cx="2347560" cy="389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>
              <a:buNone/>
              <a:defRPr b="0" lang="es-MX" sz="1400" strike="noStrike" u="non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b="0" lang="es-MX" sz="1400" strike="noStrike" u="none">
                <a:solidFill>
                  <a:srgbClr val="000000"/>
                </a:solidFill>
                <a:uFillTx/>
                <a:latin typeface="Times New Roman"/>
              </a:rPr>
              <a:t>&lt;date/time&gt;</a:t>
            </a:r>
            <a:endParaRPr b="0" lang="es-MX" sz="14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200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s-MX" sz="4400" strike="noStrike" u="none">
                <a:solidFill>
                  <a:srgbClr val="000000"/>
                </a:solidFill>
                <a:uFillTx/>
                <a:latin typeface="Arial"/>
              </a:rPr>
              <a:t>Click to edit the title text format</a:t>
            </a:r>
            <a:endParaRPr b="0" lang="es-MX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4" name="PlaceHolder 5"/>
          <p:cNvSpPr>
            <a:spLocks noGrp="1"/>
          </p:cNvSpPr>
          <p:nvPr>
            <p:ph type="body"/>
          </p:nvPr>
        </p:nvSpPr>
        <p:spPr>
          <a:xfrm>
            <a:off x="504000" y="1326600"/>
            <a:ext cx="9072000" cy="328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3200" strike="noStrike" u="none">
                <a:solidFill>
                  <a:srgbClr val="000000"/>
                </a:solidFill>
                <a:uFillTx/>
                <a:latin typeface="Arial"/>
              </a:rPr>
              <a:t>Click to edit the outline text format</a:t>
            </a:r>
            <a:endParaRPr b="0" lang="es-MX" sz="32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2800" strike="noStrike" u="none">
                <a:solidFill>
                  <a:srgbClr val="000000"/>
                </a:solidFill>
                <a:uFillTx/>
                <a:latin typeface="Arial"/>
              </a:rPr>
              <a:t>Second Outline Level</a:t>
            </a:r>
            <a:endParaRPr b="0" lang="es-MX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400" strike="noStrike" u="none">
                <a:solidFill>
                  <a:srgbClr val="000000"/>
                </a:solidFill>
                <a:uFillTx/>
                <a:latin typeface="Arial"/>
              </a:rPr>
              <a:t>Third Outline Level</a:t>
            </a:r>
            <a:endParaRPr b="0" lang="es-MX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2000" strike="noStrike" u="none">
                <a:solidFill>
                  <a:srgbClr val="000000"/>
                </a:solidFill>
                <a:uFillTx/>
                <a:latin typeface="Arial"/>
              </a:rPr>
              <a:t>Fourth Outline Level</a:t>
            </a:r>
            <a:endParaRPr b="0" lang="es-MX" sz="20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000" strike="noStrike" u="none">
                <a:solidFill>
                  <a:srgbClr val="000000"/>
                </a:solidFill>
                <a:uFillTx/>
                <a:latin typeface="Arial"/>
              </a:rPr>
              <a:t>Fifth Outline Level</a:t>
            </a:r>
            <a:endParaRPr b="0" lang="es-MX" sz="20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000" strike="noStrike" u="none">
                <a:solidFill>
                  <a:srgbClr val="000000"/>
                </a:solidFill>
                <a:uFillTx/>
                <a:latin typeface="Arial"/>
              </a:rPr>
              <a:t>Sixth Outline Level</a:t>
            </a:r>
            <a:endParaRPr b="0" lang="es-MX" sz="20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000" strike="noStrike" u="none">
                <a:solidFill>
                  <a:srgbClr val="000000"/>
                </a:solidFill>
                <a:uFillTx/>
                <a:latin typeface="Arial"/>
              </a:rPr>
              <a:t>Seventh Outline Level</a:t>
            </a:r>
            <a:endParaRPr b="0" lang="es-MX" sz="20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"/>
          <p:cNvSpPr/>
          <p:nvPr/>
        </p:nvSpPr>
        <p:spPr>
          <a:xfrm>
            <a:off x="1980000" y="540000"/>
            <a:ext cx="5939280" cy="719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es-MX" sz="2200" strike="noStrike" u="none">
                <a:solidFill>
                  <a:srgbClr val="000000"/>
                </a:solidFill>
                <a:uFillTx/>
                <a:latin typeface="Sans Serif Collection"/>
                <a:ea typeface="DejaVu Sans"/>
              </a:rPr>
              <a:t>Nombre:${nombreAsistente}</a:t>
            </a:r>
            <a:endParaRPr b="0" lang="es-MX" sz="2200" strike="noStrike" u="none">
              <a:solidFill>
                <a:srgbClr val="000000"/>
              </a:solidFill>
              <a:uFillTx/>
              <a:latin typeface="Sans Serif Collection"/>
            </a:endParaRPr>
          </a:p>
        </p:txBody>
      </p:sp>
      <p:sp>
        <p:nvSpPr>
          <p:cNvPr id="6" name=""/>
          <p:cNvSpPr/>
          <p:nvPr/>
        </p:nvSpPr>
        <p:spPr>
          <a:xfrm>
            <a:off x="1800000" y="1620000"/>
            <a:ext cx="5399280" cy="107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es-MX" sz="4000" strike="noStrike" u="none">
                <a:solidFill>
                  <a:srgbClr val="000000"/>
                </a:solidFill>
                <a:uFillTx/>
                <a:latin typeface="Times New Roman"/>
                <a:ea typeface="DejaVu Sans"/>
              </a:rPr>
              <a:t>${nombreCurso}</a:t>
            </a:r>
            <a:endParaRPr b="1" lang="es-MX" sz="40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17</TotalTime>
  <Application>LibreOffice/24.8.3.2$Linux_X86_64 LibreOffice_project/480$Build-2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2025-01-04T23:16:54Z</dcterms:created>
  <dc:creator/>
  <dc:description/>
  <dc:language>es-MX</dc:language>
  <cp:lastModifiedBy/>
  <dcterms:modified xsi:type="dcterms:W3CDTF">2025-01-05T18:03:03Z</dcterms:modified>
  <cp:revision>6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
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9A343B-91C2-4D06-B153-F8685CEBAE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4DFC56-0C70-48FE-9568-4FA54CBA5DFF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 txBox="1"/>
          <p:nvPr/>
        </p:nvSpPr>
        <p:spPr>
          <a:xfrm>
            <a:off x="1980000" y="540000"/>
            <a:ext cx="59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s-MX" sz="1800" strike="noStrike" u="none">
                <a:solidFill>
                  <a:srgbClr val="000000"/>
                </a:solidFill>
                <a:uFillTx/>
                <a:latin typeface="Nimbus Sans Narrow"/>
              </a:rPr>
              <a:t>Nombre:${nombreAsistente}</a:t>
            </a:r>
            <a:endParaRPr b="1" lang="es-MX" sz="1800" strike="noStrike" u="none">
              <a:solidFill>
                <a:srgbClr val="000000"/>
              </a:solidFill>
              <a:uFillTx/>
              <a:latin typeface="Nimbus Sans Narrow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1800000" y="1620000"/>
            <a:ext cx="5400000" cy="19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MX" sz="4000" strike="noStrike" u="none">
                <a:solidFill>
                  <a:srgbClr val="000000"/>
                </a:solidFill>
                <a:uFillTx/>
                <a:latin typeface="Lato Black"/>
              </a:rPr>
              <a:t>${nombreCurso}</a:t>
            </a:r>
            <a:endParaRPr b="0" lang="es-MX" sz="4000" strike="noStrike" u="none">
              <a:solidFill>
                <a:srgbClr val="000000"/>
              </a:solidFill>
              <a:uFillTx/>
              <a:latin typeface="Lat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2025-01-04T23:16:54Z</dcterms:created>
  <dc:creator/>
  <dc:description/>
  <dc:language>es-MX</dc:language>
  <cp:lastModifiedBy/>
  <dcterms:modified xsi:type="dcterms:W3CDTF">2025-01-04T23:45:30Z</dcterms:modified>
  <cp:revision>2</cp:revision>
  <dc:subject/>
  <dc:title/>
</cp:coreProperties>
</file>
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A45E9B0-4453-4B94-AA4C-DCB86A17E94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s-MX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2840" cy="38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&lt;footer&gt;</a:t>
            </a:r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6120" cy="38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08BD32B-3575-456E-ABB7-717AF26EB734}" type="slidenum"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&lt;number&gt;</a:t>
            </a:fld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6120" cy="38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s-MX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es-MX" sz="1400" strike="noStrike" u="none">
                <a:solidFill>
                  <a:srgbClr val="000000"/>
                </a:solidFill>
                <a:uFillTx/>
                <a:latin typeface="Times New Roman"/>
              </a:rPr>
              <a:t>&lt;date/time&gt;</a:t>
            </a:r>
            <a:endParaRPr b="0" lang="es-MX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200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uFillTx/>
                <a:latin typeface="Arial"/>
              </a:rPr>
              <a:t>Click to edit the title text format</a:t>
            </a:r>
            <a:endParaRPr b="0" lang="es-MX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uFillTx/>
                <a:latin typeface="Arial"/>
              </a:rPr>
              <a:t>Click to edit the outline text format</a:t>
            </a:r>
            <a:endParaRPr b="0" lang="es-MX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uFillTx/>
                <a:latin typeface="Arial"/>
              </a:rPr>
              <a:t>Second Outline Level</a:t>
            </a:r>
            <a:endParaRPr b="0" lang="es-MX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uFillTx/>
                <a:latin typeface="Arial"/>
              </a:rPr>
              <a:t>Third Outline Level</a:t>
            </a:r>
            <a:endParaRPr b="0" lang="es-MX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Fourth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Fifth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Sixth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uFillTx/>
                <a:latin typeface="Arial"/>
              </a:rPr>
              <a:t>Seventh Outline Level</a:t>
            </a:r>
            <a:endParaRPr b="0" lang="es-MX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nombreAsistente"/>
          <p:cNvSpPr/>
          <p:nvPr/>
        </p:nvSpPr>
        <p:spPr>
          <a:xfrm>
            <a:off x="1980000" y="540000"/>
            <a:ext cx="5937840" cy="71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es-MX" sz="2200" strike="noStrike" u="none">
                <a:solidFill>
                  <a:srgbClr val="000000"/>
                </a:solidFill>
                <a:uFillTx/>
                <a:latin typeface="Sans Serif Collection"/>
                <a:ea typeface="DejaVu Sans"/>
              </a:rPr>
              <a:t>Nombre:${nombreAsistente}</a:t>
            </a:r>
            <a:endParaRPr b="0" lang="es-MX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" name="nombreCurso"/>
          <p:cNvSpPr/>
          <p:nvPr/>
        </p:nvSpPr>
        <p:spPr>
          <a:xfrm>
            <a:off x="1800000" y="1620000"/>
            <a:ext cx="5397840" cy="10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1" lang="es-MX" sz="4000" strike="noStrike" u="none">
                <a:solidFill>
                  <a:srgbClr val="000000"/>
                </a:solidFill>
                <a:uFillTx/>
                <a:latin typeface="Times New Roman"/>
                <a:ea typeface="DejaVu Sans"/>
              </a:rPr>
              <a:t>${nombreCurso}</a:t>
            </a:r>
            <a:endParaRPr b="0" lang="es-MX" sz="4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158</TotalTime>
  <Application>LibreOffice/24.8.3.2$Linux_X86_64 LibreOffice_project/480$Build-2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2025-01-04T23:16:54Z</dcterms:created>
  <dc:creator/>
  <dc:description/>
  <dc:language>es-MX</dc:language>
  <cp:lastModifiedBy/>
  <dcterms:modified xsi:type="dcterms:W3CDTF">2025-01-07T03:30:53Z</dcterms:modified>
  <cp:revision>13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
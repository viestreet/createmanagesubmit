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68" r:id="rId2"/>
  </p:sldIdLst>
  <p:sldSz cx="10363200" cy="7772400"/>
  <p:notesSz cx="9144000" cy="6858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1" userDrawn="1">
          <p15:clr>
            <a:srgbClr val="A4A3A4"/>
          </p15:clr>
        </p15:guide>
        <p15:guide id="2" pos="32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 de Microsoft Office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34"/>
    <p:restoredTop sz="93699"/>
  </p:normalViewPr>
  <p:slideViewPr>
    <p:cSldViewPr snapToGrid="0" snapToObjects="1" showGuides="1">
      <p:cViewPr varScale="1">
        <p:scale>
          <a:sx n="105" d="100"/>
          <a:sy n="105" d="100"/>
        </p:scale>
        <p:origin x="1400" y="184"/>
      </p:cViewPr>
      <p:guideLst>
        <p:guide orient="horz" pos="2561"/>
        <p:guide pos="3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18-09-24T15:29:04.99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72011"/>
            <a:ext cx="8808720" cy="2705947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082310"/>
            <a:ext cx="7772400" cy="1876530"/>
          </a:xfrm>
        </p:spPr>
        <p:txBody>
          <a:bodyPr/>
          <a:lstStyle>
            <a:lvl1pPr marL="0" indent="0" algn="ctr">
              <a:buNone/>
              <a:defRPr sz="2720"/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_tradnl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FD9A-CC24-4045-AE77-86FFF54021F0}" type="datetimeFigureOut">
              <a:rPr lang="es-ES_tradnl" smtClean="0"/>
              <a:pPr/>
              <a:t>17/12/24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7003-A7FD-0443-B34B-75D44CA656ED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78529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FD9A-CC24-4045-AE77-86FFF54021F0}" type="datetimeFigureOut">
              <a:rPr lang="es-ES_tradnl" smtClean="0"/>
              <a:pPr/>
              <a:t>17/12/24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7003-A7FD-0443-B34B-75D44CA656ED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21571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073" y="1937705"/>
            <a:ext cx="8938260" cy="3233102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073" y="5201393"/>
            <a:ext cx="8938260" cy="1700212"/>
          </a:xfrm>
        </p:spPr>
        <p:txBody>
          <a:bodyPr/>
          <a:lstStyle>
            <a:lvl1pPr marL="0" indent="0">
              <a:buNone/>
              <a:defRPr sz="2720">
                <a:solidFill>
                  <a:schemeClr val="tx1"/>
                </a:solidFill>
              </a:defRPr>
            </a:lvl1pPr>
            <a:lvl2pPr marL="518145" indent="0">
              <a:buNone/>
              <a:defRPr sz="2267">
                <a:solidFill>
                  <a:schemeClr val="tx1">
                    <a:tint val="75000"/>
                  </a:schemeClr>
                </a:solidFill>
              </a:defRPr>
            </a:lvl2pPr>
            <a:lvl3pPr marL="1036290" indent="0">
              <a:buNone/>
              <a:defRPr sz="2040">
                <a:solidFill>
                  <a:schemeClr val="tx1">
                    <a:tint val="75000"/>
                  </a:schemeClr>
                </a:solidFill>
              </a:defRPr>
            </a:lvl3pPr>
            <a:lvl4pPr marL="155443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4pPr>
            <a:lvl5pPr marL="207257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5pPr>
            <a:lvl6pPr marL="259072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6pPr>
            <a:lvl7pPr marL="310886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7pPr>
            <a:lvl8pPr marL="362701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8pPr>
            <a:lvl9pPr marL="4145158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FD9A-CC24-4045-AE77-86FFF54021F0}" type="datetimeFigureOut">
              <a:rPr lang="es-ES_tradnl" smtClean="0"/>
              <a:pPr/>
              <a:t>17/12/24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7003-A7FD-0443-B34B-75D44CA656ED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1182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2470" y="2069042"/>
            <a:ext cx="4404360" cy="4931516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6370" y="2069042"/>
            <a:ext cx="4404360" cy="4931516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FD9A-CC24-4045-AE77-86FFF54021F0}" type="datetimeFigureOut">
              <a:rPr lang="es-ES_tradnl" smtClean="0"/>
              <a:pPr/>
              <a:t>17/12/24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7003-A7FD-0443-B34B-75D44CA656ED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31409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820" y="413810"/>
            <a:ext cx="8938260" cy="1502305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3821" y="1905318"/>
            <a:ext cx="4384119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3821" y="2839085"/>
            <a:ext cx="4384119" cy="4175866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6370" y="1905318"/>
            <a:ext cx="4405710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6370" y="2839085"/>
            <a:ext cx="4405710" cy="4175866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FD9A-CC24-4045-AE77-86FFF54021F0}" type="datetimeFigureOut">
              <a:rPr lang="es-ES_tradnl" smtClean="0"/>
              <a:pPr/>
              <a:t>17/12/24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7003-A7FD-0443-B34B-75D44CA656ED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865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FD9A-CC24-4045-AE77-86FFF54021F0}" type="datetimeFigureOut">
              <a:rPr lang="es-ES_tradnl" smtClean="0"/>
              <a:pPr/>
              <a:t>17/12/24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7003-A7FD-0443-B34B-75D44CA656ED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13437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FD9A-CC24-4045-AE77-86FFF54021F0}" type="datetimeFigureOut">
              <a:rPr lang="es-ES_tradnl" smtClean="0"/>
              <a:pPr/>
              <a:t>17/12/24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7003-A7FD-0443-B34B-75D44CA656ED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5559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820" y="518160"/>
            <a:ext cx="3342402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5710" y="1119083"/>
            <a:ext cx="5246370" cy="5523442"/>
          </a:xfrm>
        </p:spPr>
        <p:txBody>
          <a:bodyPr/>
          <a:lstStyle>
            <a:lvl1pPr>
              <a:defRPr sz="3627"/>
            </a:lvl1pPr>
            <a:lvl2pPr>
              <a:defRPr sz="3173"/>
            </a:lvl2pPr>
            <a:lvl3pPr>
              <a:defRPr sz="2720"/>
            </a:lvl3pPr>
            <a:lvl4pPr>
              <a:defRPr sz="2267"/>
            </a:lvl4pPr>
            <a:lvl5pPr>
              <a:defRPr sz="2267"/>
            </a:lvl5pPr>
            <a:lvl6pPr>
              <a:defRPr sz="2267"/>
            </a:lvl6pPr>
            <a:lvl7pPr>
              <a:defRPr sz="2267"/>
            </a:lvl7pPr>
            <a:lvl8pPr>
              <a:defRPr sz="2267"/>
            </a:lvl8pPr>
            <a:lvl9pPr>
              <a:defRPr sz="22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3820" y="2331720"/>
            <a:ext cx="3342402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FD9A-CC24-4045-AE77-86FFF54021F0}" type="datetimeFigureOut">
              <a:rPr lang="es-ES_tradnl" smtClean="0"/>
              <a:pPr/>
              <a:t>17/12/24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7003-A7FD-0443-B34B-75D44CA656ED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41112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820" y="518160"/>
            <a:ext cx="3342402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05710" y="1119083"/>
            <a:ext cx="5246370" cy="5523442"/>
          </a:xfrm>
        </p:spPr>
        <p:txBody>
          <a:bodyPr anchor="t"/>
          <a:lstStyle>
            <a:lvl1pPr marL="0" indent="0">
              <a:buNone/>
              <a:defRPr sz="3627"/>
            </a:lvl1pPr>
            <a:lvl2pPr marL="518145" indent="0">
              <a:buNone/>
              <a:defRPr sz="3173"/>
            </a:lvl2pPr>
            <a:lvl3pPr marL="1036290" indent="0">
              <a:buNone/>
              <a:defRPr sz="2720"/>
            </a:lvl3pPr>
            <a:lvl4pPr marL="1554434" indent="0">
              <a:buNone/>
              <a:defRPr sz="2267"/>
            </a:lvl4pPr>
            <a:lvl5pPr marL="2072579" indent="0">
              <a:buNone/>
              <a:defRPr sz="2267"/>
            </a:lvl5pPr>
            <a:lvl6pPr marL="2590724" indent="0">
              <a:buNone/>
              <a:defRPr sz="2267"/>
            </a:lvl6pPr>
            <a:lvl7pPr marL="3108869" indent="0">
              <a:buNone/>
              <a:defRPr sz="2267"/>
            </a:lvl7pPr>
            <a:lvl8pPr marL="3627013" indent="0">
              <a:buNone/>
              <a:defRPr sz="2267"/>
            </a:lvl8pPr>
            <a:lvl9pPr marL="4145158" indent="0">
              <a:buNone/>
              <a:defRPr sz="2267"/>
            </a:lvl9pPr>
          </a:lstStyle>
          <a:p>
            <a:r>
              <a:rPr lang="es-ES_tradnl"/>
              <a:t>Arrastre la imagen al marcador de posición o haga clic en el icono para agregarla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3820" y="2331720"/>
            <a:ext cx="3342402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FD9A-CC24-4045-AE77-86FFF54021F0}" type="datetimeFigureOut">
              <a:rPr lang="es-ES_tradnl" smtClean="0"/>
              <a:pPr/>
              <a:t>17/12/24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7003-A7FD-0443-B34B-75D44CA656ED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54342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FD9A-CC24-4045-AE77-86FFF54021F0}" type="datetimeFigureOut">
              <a:rPr lang="es-ES_tradnl" smtClean="0"/>
              <a:pPr/>
              <a:t>17/12/24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7003-A7FD-0443-B34B-75D44CA656ED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7782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16166" y="413808"/>
            <a:ext cx="2234565" cy="6586750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2471" y="413808"/>
            <a:ext cx="6574155" cy="6586750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FD9A-CC24-4045-AE77-86FFF54021F0}" type="datetimeFigureOut">
              <a:rPr lang="es-ES_tradnl" smtClean="0"/>
              <a:pPr/>
              <a:t>17/12/24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7003-A7FD-0443-B34B-75D44CA656ED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4585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2470" y="413810"/>
            <a:ext cx="893826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470" y="2069042"/>
            <a:ext cx="893826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2470" y="7203865"/>
            <a:ext cx="233172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2FD9A-CC24-4045-AE77-86FFF54021F0}" type="datetimeFigureOut">
              <a:rPr lang="es-ES_tradnl" smtClean="0"/>
              <a:pPr/>
              <a:t>17/12/24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32810" y="7203865"/>
            <a:ext cx="349758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9010" y="7203865"/>
            <a:ext cx="233172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47003-A7FD-0443-B34B-75D44CA656ED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314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6.jp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hyperlink" Target="http://www.empresaitc.cl/" TargetMode="External"/><Relationship Id="rId9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29000" y="1852613"/>
            <a:ext cx="35052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0361498" cy="77724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734960" y="867428"/>
            <a:ext cx="8805797" cy="6175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s-ES_tradnl" dirty="0">
                <a:solidFill>
                  <a:srgbClr val="800080"/>
                </a:solidFill>
                <a:latin typeface="Calibri" charset="0"/>
                <a:hlinkClick r:id="rId4"/>
              </a:rPr>
            </a:br>
            <a:endParaRPr lang="es-ES_tradnl" b="0" i="0" dirty="0">
              <a:effectLst/>
              <a:latin typeface="Calibri" charset="0"/>
            </a:endParaRPr>
          </a:p>
        </p:txBody>
      </p:sp>
      <p:sp>
        <p:nvSpPr>
          <p:cNvPr id="6" name="Forma libre 5"/>
          <p:cNvSpPr/>
          <p:nvPr/>
        </p:nvSpPr>
        <p:spPr>
          <a:xfrm>
            <a:off x="3643730" y="1127342"/>
            <a:ext cx="3420949" cy="1565754"/>
          </a:xfrm>
          <a:custGeom>
            <a:avLst/>
            <a:gdLst>
              <a:gd name="connsiteX0" fmla="*/ 139130 w 3420949"/>
              <a:gd name="connsiteY0" fmla="*/ 237995 h 1565754"/>
              <a:gd name="connsiteX1" fmla="*/ 139130 w 3420949"/>
              <a:gd name="connsiteY1" fmla="*/ 237995 h 1565754"/>
              <a:gd name="connsiteX2" fmla="*/ 1344 w 3420949"/>
              <a:gd name="connsiteY2" fmla="*/ 576198 h 1565754"/>
              <a:gd name="connsiteX3" fmla="*/ 26396 w 3420949"/>
              <a:gd name="connsiteY3" fmla="*/ 613776 h 1565754"/>
              <a:gd name="connsiteX4" fmla="*/ 38922 w 3420949"/>
              <a:gd name="connsiteY4" fmla="*/ 651354 h 1565754"/>
              <a:gd name="connsiteX5" fmla="*/ 51448 w 3420949"/>
              <a:gd name="connsiteY5" fmla="*/ 713984 h 1565754"/>
              <a:gd name="connsiteX6" fmla="*/ 76500 w 3420949"/>
              <a:gd name="connsiteY6" fmla="*/ 814192 h 1565754"/>
              <a:gd name="connsiteX7" fmla="*/ 89026 w 3420949"/>
              <a:gd name="connsiteY7" fmla="*/ 851770 h 1565754"/>
              <a:gd name="connsiteX8" fmla="*/ 101552 w 3420949"/>
              <a:gd name="connsiteY8" fmla="*/ 926926 h 1565754"/>
              <a:gd name="connsiteX9" fmla="*/ 114078 w 3420949"/>
              <a:gd name="connsiteY9" fmla="*/ 1365337 h 1565754"/>
              <a:gd name="connsiteX10" fmla="*/ 139130 w 3420949"/>
              <a:gd name="connsiteY10" fmla="*/ 1390390 h 1565754"/>
              <a:gd name="connsiteX11" fmla="*/ 214286 w 3420949"/>
              <a:gd name="connsiteY11" fmla="*/ 1415442 h 1565754"/>
              <a:gd name="connsiteX12" fmla="*/ 276917 w 3420949"/>
              <a:gd name="connsiteY12" fmla="*/ 1427968 h 1565754"/>
              <a:gd name="connsiteX13" fmla="*/ 590067 w 3420949"/>
              <a:gd name="connsiteY13" fmla="*/ 1415442 h 1565754"/>
              <a:gd name="connsiteX14" fmla="*/ 627645 w 3420949"/>
              <a:gd name="connsiteY14" fmla="*/ 1402916 h 1565754"/>
              <a:gd name="connsiteX15" fmla="*/ 677749 w 3420949"/>
              <a:gd name="connsiteY15" fmla="*/ 1390390 h 1565754"/>
              <a:gd name="connsiteX16" fmla="*/ 752906 w 3420949"/>
              <a:gd name="connsiteY16" fmla="*/ 1377863 h 1565754"/>
              <a:gd name="connsiteX17" fmla="*/ 815536 w 3420949"/>
              <a:gd name="connsiteY17" fmla="*/ 1365337 h 1565754"/>
              <a:gd name="connsiteX18" fmla="*/ 1228895 w 3420949"/>
              <a:gd name="connsiteY18" fmla="*/ 1377863 h 1565754"/>
              <a:gd name="connsiteX19" fmla="*/ 1266473 w 3420949"/>
              <a:gd name="connsiteY19" fmla="*/ 1390390 h 1565754"/>
              <a:gd name="connsiteX20" fmla="*/ 1178791 w 3420949"/>
              <a:gd name="connsiteY20" fmla="*/ 1377863 h 1565754"/>
              <a:gd name="connsiteX21" fmla="*/ 978374 w 3420949"/>
              <a:gd name="connsiteY21" fmla="*/ 1352811 h 1565754"/>
              <a:gd name="connsiteX22" fmla="*/ 878166 w 3420949"/>
              <a:gd name="connsiteY22" fmla="*/ 1365337 h 1565754"/>
              <a:gd name="connsiteX23" fmla="*/ 915744 w 3420949"/>
              <a:gd name="connsiteY23" fmla="*/ 1377863 h 1565754"/>
              <a:gd name="connsiteX24" fmla="*/ 965848 w 3420949"/>
              <a:gd name="connsiteY24" fmla="*/ 1440494 h 1565754"/>
              <a:gd name="connsiteX25" fmla="*/ 978374 w 3420949"/>
              <a:gd name="connsiteY25" fmla="*/ 1478072 h 1565754"/>
              <a:gd name="connsiteX26" fmla="*/ 1091108 w 3420949"/>
              <a:gd name="connsiteY26" fmla="*/ 1540702 h 1565754"/>
              <a:gd name="connsiteX27" fmla="*/ 1128686 w 3420949"/>
              <a:gd name="connsiteY27" fmla="*/ 1565754 h 1565754"/>
              <a:gd name="connsiteX28" fmla="*/ 1228895 w 3420949"/>
              <a:gd name="connsiteY28" fmla="*/ 1553228 h 1565754"/>
              <a:gd name="connsiteX29" fmla="*/ 1266473 w 3420949"/>
              <a:gd name="connsiteY29" fmla="*/ 1540702 h 1565754"/>
              <a:gd name="connsiteX30" fmla="*/ 1341629 w 3420949"/>
              <a:gd name="connsiteY30" fmla="*/ 1528176 h 1565754"/>
              <a:gd name="connsiteX31" fmla="*/ 1429311 w 3420949"/>
              <a:gd name="connsiteY31" fmla="*/ 1503124 h 1565754"/>
              <a:gd name="connsiteX32" fmla="*/ 1516993 w 3420949"/>
              <a:gd name="connsiteY32" fmla="*/ 1478072 h 1565754"/>
              <a:gd name="connsiteX33" fmla="*/ 1667306 w 3420949"/>
              <a:gd name="connsiteY33" fmla="*/ 1503124 h 1565754"/>
              <a:gd name="connsiteX34" fmla="*/ 1704884 w 3420949"/>
              <a:gd name="connsiteY34" fmla="*/ 1528176 h 1565754"/>
              <a:gd name="connsiteX35" fmla="*/ 1780040 w 3420949"/>
              <a:gd name="connsiteY35" fmla="*/ 1553228 h 1565754"/>
              <a:gd name="connsiteX36" fmla="*/ 1817618 w 3420949"/>
              <a:gd name="connsiteY36" fmla="*/ 1565754 h 1565754"/>
              <a:gd name="connsiteX37" fmla="*/ 1942878 w 3420949"/>
              <a:gd name="connsiteY37" fmla="*/ 1540702 h 1565754"/>
              <a:gd name="connsiteX38" fmla="*/ 2018034 w 3420949"/>
              <a:gd name="connsiteY38" fmla="*/ 1490598 h 1565754"/>
              <a:gd name="connsiteX39" fmla="*/ 2055612 w 3420949"/>
              <a:gd name="connsiteY39" fmla="*/ 1465546 h 1565754"/>
              <a:gd name="connsiteX40" fmla="*/ 2093191 w 3420949"/>
              <a:gd name="connsiteY40" fmla="*/ 1453020 h 1565754"/>
              <a:gd name="connsiteX41" fmla="*/ 2168347 w 3420949"/>
              <a:gd name="connsiteY41" fmla="*/ 1402916 h 1565754"/>
              <a:gd name="connsiteX42" fmla="*/ 2230977 w 3420949"/>
              <a:gd name="connsiteY42" fmla="*/ 1352811 h 1565754"/>
              <a:gd name="connsiteX43" fmla="*/ 2256029 w 3420949"/>
              <a:gd name="connsiteY43" fmla="*/ 1315233 h 1565754"/>
              <a:gd name="connsiteX44" fmla="*/ 2331185 w 3420949"/>
              <a:gd name="connsiteY44" fmla="*/ 1240077 h 1565754"/>
              <a:gd name="connsiteX45" fmla="*/ 2381289 w 3420949"/>
              <a:gd name="connsiteY45" fmla="*/ 1164921 h 1565754"/>
              <a:gd name="connsiteX46" fmla="*/ 2406341 w 3420949"/>
              <a:gd name="connsiteY46" fmla="*/ 1127343 h 1565754"/>
              <a:gd name="connsiteX47" fmla="*/ 2443919 w 3420949"/>
              <a:gd name="connsiteY47" fmla="*/ 1089765 h 1565754"/>
              <a:gd name="connsiteX48" fmla="*/ 2481497 w 3420949"/>
              <a:gd name="connsiteY48" fmla="*/ 1039661 h 1565754"/>
              <a:gd name="connsiteX49" fmla="*/ 2519075 w 3420949"/>
              <a:gd name="connsiteY49" fmla="*/ 1014609 h 1565754"/>
              <a:gd name="connsiteX50" fmla="*/ 2619284 w 3420949"/>
              <a:gd name="connsiteY50" fmla="*/ 939453 h 1565754"/>
              <a:gd name="connsiteX51" fmla="*/ 2656862 w 3420949"/>
              <a:gd name="connsiteY51" fmla="*/ 926926 h 1565754"/>
              <a:gd name="connsiteX52" fmla="*/ 2694440 w 3420949"/>
              <a:gd name="connsiteY52" fmla="*/ 901874 h 1565754"/>
              <a:gd name="connsiteX53" fmla="*/ 2769596 w 3420949"/>
              <a:gd name="connsiteY53" fmla="*/ 876822 h 1565754"/>
              <a:gd name="connsiteX54" fmla="*/ 2807174 w 3420949"/>
              <a:gd name="connsiteY54" fmla="*/ 864296 h 1565754"/>
              <a:gd name="connsiteX55" fmla="*/ 3020117 w 3420949"/>
              <a:gd name="connsiteY55" fmla="*/ 839244 h 1565754"/>
              <a:gd name="connsiteX56" fmla="*/ 3208007 w 3420949"/>
              <a:gd name="connsiteY56" fmla="*/ 826718 h 1565754"/>
              <a:gd name="connsiteX57" fmla="*/ 3283163 w 3420949"/>
              <a:gd name="connsiteY57" fmla="*/ 801666 h 1565754"/>
              <a:gd name="connsiteX58" fmla="*/ 3320741 w 3420949"/>
              <a:gd name="connsiteY58" fmla="*/ 789140 h 1565754"/>
              <a:gd name="connsiteX59" fmla="*/ 3358319 w 3420949"/>
              <a:gd name="connsiteY59" fmla="*/ 764088 h 1565754"/>
              <a:gd name="connsiteX60" fmla="*/ 3420949 w 3420949"/>
              <a:gd name="connsiteY60" fmla="*/ 651354 h 1565754"/>
              <a:gd name="connsiteX61" fmla="*/ 3408423 w 3420949"/>
              <a:gd name="connsiteY61" fmla="*/ 563672 h 1565754"/>
              <a:gd name="connsiteX62" fmla="*/ 3370845 w 3420949"/>
              <a:gd name="connsiteY62" fmla="*/ 538620 h 1565754"/>
              <a:gd name="connsiteX63" fmla="*/ 3333267 w 3420949"/>
              <a:gd name="connsiteY63" fmla="*/ 501042 h 1565754"/>
              <a:gd name="connsiteX64" fmla="*/ 3295689 w 3420949"/>
              <a:gd name="connsiteY64" fmla="*/ 475990 h 1565754"/>
              <a:gd name="connsiteX65" fmla="*/ 3270637 w 3420949"/>
              <a:gd name="connsiteY65" fmla="*/ 450937 h 1565754"/>
              <a:gd name="connsiteX66" fmla="*/ 3233059 w 3420949"/>
              <a:gd name="connsiteY66" fmla="*/ 425885 h 1565754"/>
              <a:gd name="connsiteX67" fmla="*/ 3195481 w 3420949"/>
              <a:gd name="connsiteY67" fmla="*/ 388307 h 1565754"/>
              <a:gd name="connsiteX68" fmla="*/ 3120325 w 3420949"/>
              <a:gd name="connsiteY68" fmla="*/ 338203 h 1565754"/>
              <a:gd name="connsiteX69" fmla="*/ 3082747 w 3420949"/>
              <a:gd name="connsiteY69" fmla="*/ 313151 h 1565754"/>
              <a:gd name="connsiteX70" fmla="*/ 3045169 w 3420949"/>
              <a:gd name="connsiteY70" fmla="*/ 288099 h 1565754"/>
              <a:gd name="connsiteX71" fmla="*/ 2894856 w 3420949"/>
              <a:gd name="connsiteY71" fmla="*/ 250521 h 1565754"/>
              <a:gd name="connsiteX72" fmla="*/ 2857278 w 3420949"/>
              <a:gd name="connsiteY72" fmla="*/ 237995 h 1565754"/>
              <a:gd name="connsiteX73" fmla="*/ 2807174 w 3420949"/>
              <a:gd name="connsiteY73" fmla="*/ 225469 h 1565754"/>
              <a:gd name="connsiteX74" fmla="*/ 2732018 w 3420949"/>
              <a:gd name="connsiteY74" fmla="*/ 200417 h 1565754"/>
              <a:gd name="connsiteX75" fmla="*/ 2556654 w 3420949"/>
              <a:gd name="connsiteY75" fmla="*/ 175365 h 1565754"/>
              <a:gd name="connsiteX76" fmla="*/ 1942878 w 3420949"/>
              <a:gd name="connsiteY76" fmla="*/ 187891 h 1565754"/>
              <a:gd name="connsiteX77" fmla="*/ 1905300 w 3420949"/>
              <a:gd name="connsiteY77" fmla="*/ 200417 h 1565754"/>
              <a:gd name="connsiteX78" fmla="*/ 1792566 w 3420949"/>
              <a:gd name="connsiteY78" fmla="*/ 187891 h 1565754"/>
              <a:gd name="connsiteX79" fmla="*/ 1742462 w 3420949"/>
              <a:gd name="connsiteY79" fmla="*/ 175365 h 1565754"/>
              <a:gd name="connsiteX80" fmla="*/ 1642254 w 3420949"/>
              <a:gd name="connsiteY80" fmla="*/ 137787 h 1565754"/>
              <a:gd name="connsiteX81" fmla="*/ 1579623 w 3420949"/>
              <a:gd name="connsiteY81" fmla="*/ 125261 h 1565754"/>
              <a:gd name="connsiteX82" fmla="*/ 1504467 w 3420949"/>
              <a:gd name="connsiteY82" fmla="*/ 100209 h 1565754"/>
              <a:gd name="connsiteX83" fmla="*/ 1441837 w 3420949"/>
              <a:gd name="connsiteY83" fmla="*/ 87683 h 1565754"/>
              <a:gd name="connsiteX84" fmla="*/ 1379207 w 3420949"/>
              <a:gd name="connsiteY84" fmla="*/ 62631 h 1565754"/>
              <a:gd name="connsiteX85" fmla="*/ 1329103 w 3420949"/>
              <a:gd name="connsiteY85" fmla="*/ 50105 h 1565754"/>
              <a:gd name="connsiteX86" fmla="*/ 1291525 w 3420949"/>
              <a:gd name="connsiteY86" fmla="*/ 25053 h 1565754"/>
              <a:gd name="connsiteX87" fmla="*/ 1216369 w 3420949"/>
              <a:gd name="connsiteY87" fmla="*/ 0 h 1565754"/>
              <a:gd name="connsiteX88" fmla="*/ 903218 w 3420949"/>
              <a:gd name="connsiteY88" fmla="*/ 12526 h 1565754"/>
              <a:gd name="connsiteX89" fmla="*/ 765432 w 3420949"/>
              <a:gd name="connsiteY89" fmla="*/ 50105 h 1565754"/>
              <a:gd name="connsiteX90" fmla="*/ 702802 w 3420949"/>
              <a:gd name="connsiteY90" fmla="*/ 62631 h 1565754"/>
              <a:gd name="connsiteX91" fmla="*/ 665223 w 3420949"/>
              <a:gd name="connsiteY91" fmla="*/ 75157 h 1565754"/>
              <a:gd name="connsiteX92" fmla="*/ 590067 w 3420949"/>
              <a:gd name="connsiteY92" fmla="*/ 87683 h 1565754"/>
              <a:gd name="connsiteX93" fmla="*/ 514911 w 3420949"/>
              <a:gd name="connsiteY93" fmla="*/ 112735 h 1565754"/>
              <a:gd name="connsiteX94" fmla="*/ 477333 w 3420949"/>
              <a:gd name="connsiteY94" fmla="*/ 125261 h 1565754"/>
              <a:gd name="connsiteX95" fmla="*/ 439755 w 3420949"/>
              <a:gd name="connsiteY95" fmla="*/ 150313 h 1565754"/>
              <a:gd name="connsiteX96" fmla="*/ 364599 w 3420949"/>
              <a:gd name="connsiteY96" fmla="*/ 175365 h 1565754"/>
              <a:gd name="connsiteX97" fmla="*/ 327021 w 3420949"/>
              <a:gd name="connsiteY97" fmla="*/ 187891 h 1565754"/>
              <a:gd name="connsiteX98" fmla="*/ 264391 w 3420949"/>
              <a:gd name="connsiteY98" fmla="*/ 200417 h 1565754"/>
              <a:gd name="connsiteX99" fmla="*/ 214286 w 3420949"/>
              <a:gd name="connsiteY99" fmla="*/ 212943 h 1565754"/>
              <a:gd name="connsiteX100" fmla="*/ 176708 w 3420949"/>
              <a:gd name="connsiteY100" fmla="*/ 225469 h 1565754"/>
              <a:gd name="connsiteX101" fmla="*/ 139130 w 3420949"/>
              <a:gd name="connsiteY101" fmla="*/ 237995 h 156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3420949" h="1565754">
                <a:moveTo>
                  <a:pt x="139130" y="237995"/>
                </a:moveTo>
                <a:lnTo>
                  <a:pt x="139130" y="237995"/>
                </a:lnTo>
                <a:cubicBezTo>
                  <a:pt x="114356" y="634380"/>
                  <a:pt x="179397" y="264603"/>
                  <a:pt x="1344" y="576198"/>
                </a:cubicBezTo>
                <a:cubicBezTo>
                  <a:pt x="-6125" y="589269"/>
                  <a:pt x="19663" y="600311"/>
                  <a:pt x="26396" y="613776"/>
                </a:cubicBezTo>
                <a:cubicBezTo>
                  <a:pt x="32301" y="625586"/>
                  <a:pt x="35720" y="638545"/>
                  <a:pt x="38922" y="651354"/>
                </a:cubicBezTo>
                <a:cubicBezTo>
                  <a:pt x="44086" y="672008"/>
                  <a:pt x="46661" y="693239"/>
                  <a:pt x="51448" y="713984"/>
                </a:cubicBezTo>
                <a:cubicBezTo>
                  <a:pt x="59190" y="747533"/>
                  <a:pt x="65612" y="781528"/>
                  <a:pt x="76500" y="814192"/>
                </a:cubicBezTo>
                <a:cubicBezTo>
                  <a:pt x="80675" y="826718"/>
                  <a:pt x="86162" y="838881"/>
                  <a:pt x="89026" y="851770"/>
                </a:cubicBezTo>
                <a:cubicBezTo>
                  <a:pt x="94536" y="876563"/>
                  <a:pt x="97377" y="901874"/>
                  <a:pt x="101552" y="926926"/>
                </a:cubicBezTo>
                <a:cubicBezTo>
                  <a:pt x="105727" y="1073063"/>
                  <a:pt x="102263" y="1219619"/>
                  <a:pt x="114078" y="1365337"/>
                </a:cubicBezTo>
                <a:cubicBezTo>
                  <a:pt x="115032" y="1377108"/>
                  <a:pt x="128567" y="1385108"/>
                  <a:pt x="139130" y="1390390"/>
                </a:cubicBezTo>
                <a:cubicBezTo>
                  <a:pt x="162749" y="1402200"/>
                  <a:pt x="188392" y="1410263"/>
                  <a:pt x="214286" y="1415442"/>
                </a:cubicBezTo>
                <a:lnTo>
                  <a:pt x="276917" y="1427968"/>
                </a:lnTo>
                <a:cubicBezTo>
                  <a:pt x="381300" y="1423793"/>
                  <a:pt x="485866" y="1422885"/>
                  <a:pt x="590067" y="1415442"/>
                </a:cubicBezTo>
                <a:cubicBezTo>
                  <a:pt x="603237" y="1414501"/>
                  <a:pt x="614949" y="1406543"/>
                  <a:pt x="627645" y="1402916"/>
                </a:cubicBezTo>
                <a:cubicBezTo>
                  <a:pt x="644198" y="1398187"/>
                  <a:pt x="660868" y="1393766"/>
                  <a:pt x="677749" y="1390390"/>
                </a:cubicBezTo>
                <a:cubicBezTo>
                  <a:pt x="702654" y="1385409"/>
                  <a:pt x="727918" y="1382406"/>
                  <a:pt x="752906" y="1377863"/>
                </a:cubicBezTo>
                <a:cubicBezTo>
                  <a:pt x="773853" y="1374054"/>
                  <a:pt x="794659" y="1369512"/>
                  <a:pt x="815536" y="1365337"/>
                </a:cubicBezTo>
                <a:cubicBezTo>
                  <a:pt x="953322" y="1369512"/>
                  <a:pt x="1091258" y="1370216"/>
                  <a:pt x="1228895" y="1377863"/>
                </a:cubicBezTo>
                <a:cubicBezTo>
                  <a:pt x="1242078" y="1378595"/>
                  <a:pt x="1279677" y="1390390"/>
                  <a:pt x="1266473" y="1390390"/>
                </a:cubicBezTo>
                <a:cubicBezTo>
                  <a:pt x="1236949" y="1390390"/>
                  <a:pt x="1208018" y="1382039"/>
                  <a:pt x="1178791" y="1377863"/>
                </a:cubicBezTo>
                <a:cubicBezTo>
                  <a:pt x="1099417" y="1351406"/>
                  <a:pt x="1113760" y="1352811"/>
                  <a:pt x="978374" y="1352811"/>
                </a:cubicBezTo>
                <a:cubicBezTo>
                  <a:pt x="944711" y="1352811"/>
                  <a:pt x="911569" y="1361162"/>
                  <a:pt x="878166" y="1365337"/>
                </a:cubicBezTo>
                <a:cubicBezTo>
                  <a:pt x="890692" y="1369512"/>
                  <a:pt x="904422" y="1371070"/>
                  <a:pt x="915744" y="1377863"/>
                </a:cubicBezTo>
                <a:cubicBezTo>
                  <a:pt x="932387" y="1387849"/>
                  <a:pt x="958534" y="1425866"/>
                  <a:pt x="965848" y="1440494"/>
                </a:cubicBezTo>
                <a:cubicBezTo>
                  <a:pt x="971753" y="1452304"/>
                  <a:pt x="969038" y="1468736"/>
                  <a:pt x="978374" y="1478072"/>
                </a:cubicBezTo>
                <a:cubicBezTo>
                  <a:pt x="1057363" y="1557061"/>
                  <a:pt x="1028103" y="1509199"/>
                  <a:pt x="1091108" y="1540702"/>
                </a:cubicBezTo>
                <a:cubicBezTo>
                  <a:pt x="1104573" y="1547435"/>
                  <a:pt x="1116160" y="1557403"/>
                  <a:pt x="1128686" y="1565754"/>
                </a:cubicBezTo>
                <a:cubicBezTo>
                  <a:pt x="1162089" y="1561579"/>
                  <a:pt x="1195775" y="1559250"/>
                  <a:pt x="1228895" y="1553228"/>
                </a:cubicBezTo>
                <a:cubicBezTo>
                  <a:pt x="1241886" y="1550866"/>
                  <a:pt x="1253584" y="1543566"/>
                  <a:pt x="1266473" y="1540702"/>
                </a:cubicBezTo>
                <a:cubicBezTo>
                  <a:pt x="1291266" y="1535192"/>
                  <a:pt x="1316725" y="1533157"/>
                  <a:pt x="1341629" y="1528176"/>
                </a:cubicBezTo>
                <a:cubicBezTo>
                  <a:pt x="1406893" y="1515123"/>
                  <a:pt x="1373598" y="1519042"/>
                  <a:pt x="1429311" y="1503124"/>
                </a:cubicBezTo>
                <a:cubicBezTo>
                  <a:pt x="1539409" y="1471667"/>
                  <a:pt x="1426894" y="1508105"/>
                  <a:pt x="1516993" y="1478072"/>
                </a:cubicBezTo>
                <a:cubicBezTo>
                  <a:pt x="1552713" y="1482041"/>
                  <a:pt x="1625336" y="1482139"/>
                  <a:pt x="1667306" y="1503124"/>
                </a:cubicBezTo>
                <a:cubicBezTo>
                  <a:pt x="1680771" y="1509857"/>
                  <a:pt x="1691127" y="1522062"/>
                  <a:pt x="1704884" y="1528176"/>
                </a:cubicBezTo>
                <a:cubicBezTo>
                  <a:pt x="1729015" y="1538901"/>
                  <a:pt x="1754988" y="1544877"/>
                  <a:pt x="1780040" y="1553228"/>
                </a:cubicBezTo>
                <a:lnTo>
                  <a:pt x="1817618" y="1565754"/>
                </a:lnTo>
                <a:cubicBezTo>
                  <a:pt x="1839402" y="1562642"/>
                  <a:pt x="1912607" y="1557519"/>
                  <a:pt x="1942878" y="1540702"/>
                </a:cubicBezTo>
                <a:cubicBezTo>
                  <a:pt x="1969198" y="1526080"/>
                  <a:pt x="1992982" y="1507299"/>
                  <a:pt x="2018034" y="1490598"/>
                </a:cubicBezTo>
                <a:cubicBezTo>
                  <a:pt x="2030560" y="1482247"/>
                  <a:pt x="2041330" y="1470306"/>
                  <a:pt x="2055612" y="1465546"/>
                </a:cubicBezTo>
                <a:lnTo>
                  <a:pt x="2093191" y="1453020"/>
                </a:lnTo>
                <a:cubicBezTo>
                  <a:pt x="2118243" y="1436319"/>
                  <a:pt x="2147057" y="1424207"/>
                  <a:pt x="2168347" y="1402916"/>
                </a:cubicBezTo>
                <a:cubicBezTo>
                  <a:pt x="2204044" y="1367218"/>
                  <a:pt x="2183573" y="1384414"/>
                  <a:pt x="2230977" y="1352811"/>
                </a:cubicBezTo>
                <a:cubicBezTo>
                  <a:pt x="2239328" y="1340285"/>
                  <a:pt x="2246027" y="1326485"/>
                  <a:pt x="2256029" y="1315233"/>
                </a:cubicBezTo>
                <a:cubicBezTo>
                  <a:pt x="2279567" y="1288753"/>
                  <a:pt x="2311533" y="1269556"/>
                  <a:pt x="2331185" y="1240077"/>
                </a:cubicBezTo>
                <a:lnTo>
                  <a:pt x="2381289" y="1164921"/>
                </a:lnTo>
                <a:cubicBezTo>
                  <a:pt x="2389640" y="1152395"/>
                  <a:pt x="2395696" y="1137988"/>
                  <a:pt x="2406341" y="1127343"/>
                </a:cubicBezTo>
                <a:cubicBezTo>
                  <a:pt x="2418867" y="1114817"/>
                  <a:pt x="2432391" y="1103215"/>
                  <a:pt x="2443919" y="1089765"/>
                </a:cubicBezTo>
                <a:cubicBezTo>
                  <a:pt x="2457505" y="1073914"/>
                  <a:pt x="2466735" y="1054423"/>
                  <a:pt x="2481497" y="1039661"/>
                </a:cubicBezTo>
                <a:cubicBezTo>
                  <a:pt x="2492142" y="1029016"/>
                  <a:pt x="2507319" y="1024013"/>
                  <a:pt x="2519075" y="1014609"/>
                </a:cubicBezTo>
                <a:cubicBezTo>
                  <a:pt x="2561469" y="980694"/>
                  <a:pt x="2544370" y="964426"/>
                  <a:pt x="2619284" y="939453"/>
                </a:cubicBezTo>
                <a:cubicBezTo>
                  <a:pt x="2631810" y="935277"/>
                  <a:pt x="2645052" y="932831"/>
                  <a:pt x="2656862" y="926926"/>
                </a:cubicBezTo>
                <a:cubicBezTo>
                  <a:pt x="2670327" y="920193"/>
                  <a:pt x="2680683" y="907988"/>
                  <a:pt x="2694440" y="901874"/>
                </a:cubicBezTo>
                <a:cubicBezTo>
                  <a:pt x="2718571" y="891149"/>
                  <a:pt x="2744544" y="885173"/>
                  <a:pt x="2769596" y="876822"/>
                </a:cubicBezTo>
                <a:cubicBezTo>
                  <a:pt x="2782122" y="872647"/>
                  <a:pt x="2794072" y="865934"/>
                  <a:pt x="2807174" y="864296"/>
                </a:cubicBezTo>
                <a:cubicBezTo>
                  <a:pt x="2858131" y="857926"/>
                  <a:pt x="2971383" y="843305"/>
                  <a:pt x="3020117" y="839244"/>
                </a:cubicBezTo>
                <a:cubicBezTo>
                  <a:pt x="3082669" y="834031"/>
                  <a:pt x="3145377" y="830893"/>
                  <a:pt x="3208007" y="826718"/>
                </a:cubicBezTo>
                <a:lnTo>
                  <a:pt x="3283163" y="801666"/>
                </a:lnTo>
                <a:cubicBezTo>
                  <a:pt x="3295689" y="797491"/>
                  <a:pt x="3309755" y="796464"/>
                  <a:pt x="3320741" y="789140"/>
                </a:cubicBezTo>
                <a:lnTo>
                  <a:pt x="3358319" y="764088"/>
                </a:lnTo>
                <a:cubicBezTo>
                  <a:pt x="3415747" y="677946"/>
                  <a:pt x="3398902" y="717496"/>
                  <a:pt x="3420949" y="651354"/>
                </a:cubicBezTo>
                <a:cubicBezTo>
                  <a:pt x="3416774" y="622127"/>
                  <a:pt x="3420414" y="590651"/>
                  <a:pt x="3408423" y="563672"/>
                </a:cubicBezTo>
                <a:cubicBezTo>
                  <a:pt x="3402309" y="549915"/>
                  <a:pt x="3382410" y="548258"/>
                  <a:pt x="3370845" y="538620"/>
                </a:cubicBezTo>
                <a:cubicBezTo>
                  <a:pt x="3357236" y="527279"/>
                  <a:pt x="3346876" y="512383"/>
                  <a:pt x="3333267" y="501042"/>
                </a:cubicBezTo>
                <a:cubicBezTo>
                  <a:pt x="3321702" y="491404"/>
                  <a:pt x="3307444" y="485395"/>
                  <a:pt x="3295689" y="475990"/>
                </a:cubicBezTo>
                <a:cubicBezTo>
                  <a:pt x="3286467" y="468612"/>
                  <a:pt x="3279859" y="458315"/>
                  <a:pt x="3270637" y="450937"/>
                </a:cubicBezTo>
                <a:cubicBezTo>
                  <a:pt x="3258882" y="441532"/>
                  <a:pt x="3244624" y="435523"/>
                  <a:pt x="3233059" y="425885"/>
                </a:cubicBezTo>
                <a:cubicBezTo>
                  <a:pt x="3219450" y="414544"/>
                  <a:pt x="3209464" y="399183"/>
                  <a:pt x="3195481" y="388307"/>
                </a:cubicBezTo>
                <a:cubicBezTo>
                  <a:pt x="3171715" y="369822"/>
                  <a:pt x="3145377" y="354904"/>
                  <a:pt x="3120325" y="338203"/>
                </a:cubicBezTo>
                <a:lnTo>
                  <a:pt x="3082747" y="313151"/>
                </a:lnTo>
                <a:cubicBezTo>
                  <a:pt x="3070221" y="304800"/>
                  <a:pt x="3059451" y="292860"/>
                  <a:pt x="3045169" y="288099"/>
                </a:cubicBezTo>
                <a:cubicBezTo>
                  <a:pt x="2893301" y="237477"/>
                  <a:pt x="3046664" y="284256"/>
                  <a:pt x="2894856" y="250521"/>
                </a:cubicBezTo>
                <a:cubicBezTo>
                  <a:pt x="2881967" y="247657"/>
                  <a:pt x="2869974" y="241622"/>
                  <a:pt x="2857278" y="237995"/>
                </a:cubicBezTo>
                <a:cubicBezTo>
                  <a:pt x="2840725" y="233266"/>
                  <a:pt x="2823663" y="230416"/>
                  <a:pt x="2807174" y="225469"/>
                </a:cubicBezTo>
                <a:cubicBezTo>
                  <a:pt x="2781881" y="217881"/>
                  <a:pt x="2758221" y="203692"/>
                  <a:pt x="2732018" y="200417"/>
                </a:cubicBezTo>
                <a:cubicBezTo>
                  <a:pt x="2606609" y="184741"/>
                  <a:pt x="2665015" y="193425"/>
                  <a:pt x="2556654" y="175365"/>
                </a:cubicBezTo>
                <a:lnTo>
                  <a:pt x="1942878" y="187891"/>
                </a:lnTo>
                <a:cubicBezTo>
                  <a:pt x="1929684" y="188398"/>
                  <a:pt x="1918504" y="200417"/>
                  <a:pt x="1905300" y="200417"/>
                </a:cubicBezTo>
                <a:cubicBezTo>
                  <a:pt x="1867491" y="200417"/>
                  <a:pt x="1830144" y="192066"/>
                  <a:pt x="1792566" y="187891"/>
                </a:cubicBezTo>
                <a:cubicBezTo>
                  <a:pt x="1775865" y="183716"/>
                  <a:pt x="1758794" y="180809"/>
                  <a:pt x="1742462" y="175365"/>
                </a:cubicBezTo>
                <a:cubicBezTo>
                  <a:pt x="1707982" y="163872"/>
                  <a:pt x="1677434" y="146582"/>
                  <a:pt x="1642254" y="137787"/>
                </a:cubicBezTo>
                <a:cubicBezTo>
                  <a:pt x="1621599" y="132623"/>
                  <a:pt x="1600163" y="130863"/>
                  <a:pt x="1579623" y="125261"/>
                </a:cubicBezTo>
                <a:cubicBezTo>
                  <a:pt x="1554146" y="118313"/>
                  <a:pt x="1530361" y="105388"/>
                  <a:pt x="1504467" y="100209"/>
                </a:cubicBezTo>
                <a:cubicBezTo>
                  <a:pt x="1483590" y="96034"/>
                  <a:pt x="1462229" y="93801"/>
                  <a:pt x="1441837" y="87683"/>
                </a:cubicBezTo>
                <a:cubicBezTo>
                  <a:pt x="1420300" y="81222"/>
                  <a:pt x="1400538" y="69741"/>
                  <a:pt x="1379207" y="62631"/>
                </a:cubicBezTo>
                <a:cubicBezTo>
                  <a:pt x="1362875" y="57187"/>
                  <a:pt x="1345804" y="54280"/>
                  <a:pt x="1329103" y="50105"/>
                </a:cubicBezTo>
                <a:cubicBezTo>
                  <a:pt x="1316577" y="41754"/>
                  <a:pt x="1305282" y="31167"/>
                  <a:pt x="1291525" y="25053"/>
                </a:cubicBezTo>
                <a:cubicBezTo>
                  <a:pt x="1267394" y="14328"/>
                  <a:pt x="1216369" y="0"/>
                  <a:pt x="1216369" y="0"/>
                </a:cubicBezTo>
                <a:cubicBezTo>
                  <a:pt x="1111985" y="4175"/>
                  <a:pt x="1007256" y="3068"/>
                  <a:pt x="903218" y="12526"/>
                </a:cubicBezTo>
                <a:cubicBezTo>
                  <a:pt x="807278" y="21248"/>
                  <a:pt x="829125" y="34182"/>
                  <a:pt x="765432" y="50105"/>
                </a:cubicBezTo>
                <a:cubicBezTo>
                  <a:pt x="744778" y="55269"/>
                  <a:pt x="723456" y="57467"/>
                  <a:pt x="702802" y="62631"/>
                </a:cubicBezTo>
                <a:cubicBezTo>
                  <a:pt x="689992" y="65833"/>
                  <a:pt x="678112" y="72293"/>
                  <a:pt x="665223" y="75157"/>
                </a:cubicBezTo>
                <a:cubicBezTo>
                  <a:pt x="640430" y="80666"/>
                  <a:pt x="614706" y="81523"/>
                  <a:pt x="590067" y="87683"/>
                </a:cubicBezTo>
                <a:cubicBezTo>
                  <a:pt x="564448" y="94088"/>
                  <a:pt x="539963" y="104384"/>
                  <a:pt x="514911" y="112735"/>
                </a:cubicBezTo>
                <a:cubicBezTo>
                  <a:pt x="502385" y="116910"/>
                  <a:pt x="488319" y="117937"/>
                  <a:pt x="477333" y="125261"/>
                </a:cubicBezTo>
                <a:cubicBezTo>
                  <a:pt x="464807" y="133612"/>
                  <a:pt x="453512" y="144199"/>
                  <a:pt x="439755" y="150313"/>
                </a:cubicBezTo>
                <a:cubicBezTo>
                  <a:pt x="415624" y="161038"/>
                  <a:pt x="389651" y="167014"/>
                  <a:pt x="364599" y="175365"/>
                </a:cubicBezTo>
                <a:cubicBezTo>
                  <a:pt x="352073" y="179540"/>
                  <a:pt x="339968" y="185302"/>
                  <a:pt x="327021" y="187891"/>
                </a:cubicBezTo>
                <a:cubicBezTo>
                  <a:pt x="306144" y="192066"/>
                  <a:pt x="285174" y="195799"/>
                  <a:pt x="264391" y="200417"/>
                </a:cubicBezTo>
                <a:cubicBezTo>
                  <a:pt x="247585" y="204152"/>
                  <a:pt x="230839" y="208214"/>
                  <a:pt x="214286" y="212943"/>
                </a:cubicBezTo>
                <a:cubicBezTo>
                  <a:pt x="201590" y="216570"/>
                  <a:pt x="189779" y="223602"/>
                  <a:pt x="176708" y="225469"/>
                </a:cubicBezTo>
                <a:cubicBezTo>
                  <a:pt x="160175" y="227831"/>
                  <a:pt x="145393" y="235907"/>
                  <a:pt x="139130" y="23799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ángulo 6"/>
          <p:cNvSpPr/>
          <p:nvPr/>
        </p:nvSpPr>
        <p:spPr>
          <a:xfrm>
            <a:off x="3188896" y="6263014"/>
            <a:ext cx="4058433" cy="6670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262" y="1030608"/>
            <a:ext cx="4431702" cy="1123983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1089761" y="2400073"/>
            <a:ext cx="7804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b="1" dirty="0">
                <a:latin typeface="Century Gothic" charset="0"/>
                <a:ea typeface="Century Gothic" charset="0"/>
                <a:cs typeface="Century Gothic" charset="0"/>
              </a:rPr>
              <a:t>Al</a:t>
            </a:r>
            <a:r>
              <a:rPr lang="es-ES_tradnl" b="1" dirty="0">
                <a:latin typeface="Century Gothic" charset="0"/>
                <a:ea typeface="Century Gothic" charset="0"/>
                <a:cs typeface="Century Gothic" charset="0"/>
              </a:rPr>
              <a:t>(</a:t>
            </a:r>
            <a:r>
              <a:rPr lang="es-ES_tradnl" sz="2400" b="1" dirty="0">
                <a:latin typeface="Century Gothic" charset="0"/>
                <a:ea typeface="Century Gothic" charset="0"/>
                <a:cs typeface="Century Gothic" charset="0"/>
              </a:rPr>
              <a:t>a</a:t>
            </a:r>
            <a:r>
              <a:rPr lang="es-ES_tradnl" b="1" dirty="0">
                <a:latin typeface="Century Gothic" charset="0"/>
                <a:ea typeface="Century Gothic" charset="0"/>
                <a:cs typeface="Century Gothic" charset="0"/>
              </a:rPr>
              <a:t>)</a:t>
            </a:r>
            <a:r>
              <a:rPr lang="es-ES_tradnl" sz="2400" b="1" dirty="0">
                <a:latin typeface="Century Gothic" charset="0"/>
                <a:ea typeface="Century Gothic" charset="0"/>
                <a:cs typeface="Century Gothic" charset="0"/>
              </a:rPr>
              <a:t> Sr</a:t>
            </a:r>
            <a:r>
              <a:rPr lang="es-ES_tradnl" b="1" dirty="0">
                <a:latin typeface="Century Gothic" charset="0"/>
                <a:ea typeface="Century Gothic" charset="0"/>
                <a:cs typeface="Century Gothic" charset="0"/>
              </a:rPr>
              <a:t>(</a:t>
            </a:r>
            <a:r>
              <a:rPr lang="es-ES_tradnl" sz="2400" b="1" dirty="0" err="1">
                <a:latin typeface="Century Gothic" charset="0"/>
                <a:ea typeface="Century Gothic" charset="0"/>
                <a:cs typeface="Century Gothic" charset="0"/>
              </a:rPr>
              <a:t>ta</a:t>
            </a:r>
            <a:r>
              <a:rPr lang="es-ES_tradnl" sz="2400" b="1" dirty="0">
                <a:latin typeface="Century Gothic" charset="0"/>
                <a:ea typeface="Century Gothic" charset="0"/>
                <a:cs typeface="Century Gothic" charset="0"/>
              </a:rPr>
              <a:t>).: </a:t>
            </a:r>
            <a:r>
              <a:rPr lang="es-ES_tradnl" sz="2800" b="1" dirty="0">
                <a:latin typeface="Century Gothic" charset="0"/>
                <a:ea typeface="Century Gothic" charset="0"/>
                <a:cs typeface="Century Gothic" charset="0"/>
              </a:rPr>
              <a:t>SILVANA VILLOUTA BUSTAMANTE</a:t>
            </a:r>
            <a:endParaRPr lang="es-ES" sz="2800" b="1" dirty="0">
              <a:latin typeface="Arial" panose="020B0604020202020204" pitchFamily="34" charset="0"/>
              <a:ea typeface="Century Gothic" charset="0"/>
              <a:cs typeface="Arial" panose="020B0604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999523" y="3013036"/>
            <a:ext cx="846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700" dirty="0">
                <a:latin typeface="Century Gothic" charset="0"/>
                <a:ea typeface="Century Gothic" charset="0"/>
                <a:cs typeface="Century Gothic" charset="0"/>
              </a:rPr>
              <a:t>Quien participó y aprobó satisfactoriamente la  acción de </a:t>
            </a:r>
            <a:r>
              <a:rPr lang="es-CL" sz="1700">
                <a:latin typeface="Century Gothic" charset="0"/>
                <a:ea typeface="Century Gothic" charset="0"/>
                <a:cs typeface="Century Gothic" charset="0"/>
              </a:rPr>
              <a:t>Capacitación en</a:t>
            </a:r>
            <a:r>
              <a:rPr lang="es-CL" sz="2000" b="1">
                <a:latin typeface="Century Gothic" charset="0"/>
                <a:ea typeface="Century Gothic" charset="0"/>
                <a:cs typeface="Century Gothic" charset="0"/>
              </a:rPr>
              <a:t>:</a:t>
            </a:r>
            <a:endParaRPr lang="es-CL" sz="2000" b="1" dirty="0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1089761" y="5664427"/>
            <a:ext cx="2997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_tradnl" dirty="0"/>
          </a:p>
        </p:txBody>
      </p:sp>
      <p:sp>
        <p:nvSpPr>
          <p:cNvPr id="15" name="CuadroTexto 14"/>
          <p:cNvSpPr txBox="1"/>
          <p:nvPr/>
        </p:nvSpPr>
        <p:spPr>
          <a:xfrm>
            <a:off x="5617028" y="5936784"/>
            <a:ext cx="2895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_tradnl" dirty="0"/>
          </a:p>
        </p:txBody>
      </p:sp>
      <p:cxnSp>
        <p:nvCxnSpPr>
          <p:cNvPr id="19" name="Conector recto 18"/>
          <p:cNvCxnSpPr/>
          <p:nvPr/>
        </p:nvCxnSpPr>
        <p:spPr>
          <a:xfrm>
            <a:off x="5747657" y="6252479"/>
            <a:ext cx="3007729" cy="1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rma libre 19"/>
          <p:cNvSpPr/>
          <p:nvPr/>
        </p:nvSpPr>
        <p:spPr>
          <a:xfrm>
            <a:off x="3837709" y="802349"/>
            <a:ext cx="720436" cy="181324"/>
          </a:xfrm>
          <a:custGeom>
            <a:avLst/>
            <a:gdLst>
              <a:gd name="connsiteX0" fmla="*/ 0 w 720436"/>
              <a:gd name="connsiteY0" fmla="*/ 56633 h 181324"/>
              <a:gd name="connsiteX1" fmla="*/ 0 w 720436"/>
              <a:gd name="connsiteY1" fmla="*/ 56633 h 181324"/>
              <a:gd name="connsiteX2" fmla="*/ 124691 w 720436"/>
              <a:gd name="connsiteY2" fmla="*/ 28924 h 181324"/>
              <a:gd name="connsiteX3" fmla="*/ 720436 w 720436"/>
              <a:gd name="connsiteY3" fmla="*/ 28924 h 181324"/>
              <a:gd name="connsiteX4" fmla="*/ 706582 w 720436"/>
              <a:gd name="connsiteY4" fmla="*/ 167469 h 181324"/>
              <a:gd name="connsiteX5" fmla="*/ 665018 w 720436"/>
              <a:gd name="connsiteY5" fmla="*/ 181324 h 181324"/>
              <a:gd name="connsiteX6" fmla="*/ 110836 w 720436"/>
              <a:gd name="connsiteY6" fmla="*/ 167469 h 181324"/>
              <a:gd name="connsiteX7" fmla="*/ 69273 w 720436"/>
              <a:gd name="connsiteY7" fmla="*/ 153615 h 181324"/>
              <a:gd name="connsiteX8" fmla="*/ 13855 w 720436"/>
              <a:gd name="connsiteY8" fmla="*/ 70487 h 181324"/>
              <a:gd name="connsiteX9" fmla="*/ 0 w 720436"/>
              <a:gd name="connsiteY9" fmla="*/ 56633 h 181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0436" h="181324">
                <a:moveTo>
                  <a:pt x="0" y="56633"/>
                </a:moveTo>
                <a:lnTo>
                  <a:pt x="0" y="56633"/>
                </a:lnTo>
                <a:cubicBezTo>
                  <a:pt x="41564" y="47397"/>
                  <a:pt x="82200" y="31636"/>
                  <a:pt x="124691" y="28924"/>
                </a:cubicBezTo>
                <a:cubicBezTo>
                  <a:pt x="596501" y="-1192"/>
                  <a:pt x="489512" y="-17263"/>
                  <a:pt x="720436" y="28924"/>
                </a:cubicBezTo>
                <a:cubicBezTo>
                  <a:pt x="715818" y="75106"/>
                  <a:pt x="722443" y="123851"/>
                  <a:pt x="706582" y="167469"/>
                </a:cubicBezTo>
                <a:cubicBezTo>
                  <a:pt x="701591" y="181194"/>
                  <a:pt x="679622" y="181324"/>
                  <a:pt x="665018" y="181324"/>
                </a:cubicBezTo>
                <a:cubicBezTo>
                  <a:pt x="480233" y="181324"/>
                  <a:pt x="295563" y="172087"/>
                  <a:pt x="110836" y="167469"/>
                </a:cubicBezTo>
                <a:cubicBezTo>
                  <a:pt x="96982" y="162851"/>
                  <a:pt x="81424" y="161716"/>
                  <a:pt x="69273" y="153615"/>
                </a:cubicBezTo>
                <a:cubicBezTo>
                  <a:pt x="30641" y="127860"/>
                  <a:pt x="24023" y="111159"/>
                  <a:pt x="13855" y="70487"/>
                </a:cubicBezTo>
                <a:cubicBezTo>
                  <a:pt x="12735" y="66007"/>
                  <a:pt x="2309" y="58942"/>
                  <a:pt x="0" y="5663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Rectángulo 20"/>
          <p:cNvSpPr/>
          <p:nvPr/>
        </p:nvSpPr>
        <p:spPr>
          <a:xfrm>
            <a:off x="1" y="1"/>
            <a:ext cx="486000" cy="776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Rectángulo 21"/>
          <p:cNvSpPr/>
          <p:nvPr/>
        </p:nvSpPr>
        <p:spPr>
          <a:xfrm>
            <a:off x="0" y="1"/>
            <a:ext cx="10363200" cy="527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4" name="Rectángulo 23"/>
          <p:cNvSpPr/>
          <p:nvPr/>
        </p:nvSpPr>
        <p:spPr>
          <a:xfrm>
            <a:off x="9878291" y="10807"/>
            <a:ext cx="484909" cy="7761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Rectángulo 24"/>
          <p:cNvSpPr/>
          <p:nvPr/>
        </p:nvSpPr>
        <p:spPr>
          <a:xfrm>
            <a:off x="-1" y="7245927"/>
            <a:ext cx="10364400" cy="5264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9" name="Conector recto 8"/>
          <p:cNvCxnSpPr/>
          <p:nvPr/>
        </p:nvCxnSpPr>
        <p:spPr>
          <a:xfrm flipV="1">
            <a:off x="701925" y="7040137"/>
            <a:ext cx="8962465" cy="262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/>
          <p:cNvCxnSpPr/>
          <p:nvPr/>
        </p:nvCxnSpPr>
        <p:spPr>
          <a:xfrm>
            <a:off x="701925" y="720436"/>
            <a:ext cx="896246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ector recto 31"/>
          <p:cNvCxnSpPr/>
          <p:nvPr/>
        </p:nvCxnSpPr>
        <p:spPr>
          <a:xfrm flipV="1">
            <a:off x="701925" y="720436"/>
            <a:ext cx="1" cy="6319701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CuadroTexto 33"/>
          <p:cNvSpPr txBox="1">
            <a:spLocks noChangeArrowheads="1"/>
          </p:cNvSpPr>
          <p:nvPr/>
        </p:nvSpPr>
        <p:spPr bwMode="auto">
          <a:xfrm>
            <a:off x="1203754" y="6263014"/>
            <a:ext cx="3144421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s-ES_tradnl" altLang="es-CL" sz="1300" dirty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Margarita Vásquez Zúñiga       Gerente  Operaciones            </a:t>
            </a:r>
          </a:p>
          <a:p>
            <a:pPr algn="ctr" eaLnBrk="1" hangingPunct="1"/>
            <a:r>
              <a:rPr lang="es-ES_tradnl" altLang="es-CL" sz="1300" dirty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E-volution Capacitación Ltda.</a:t>
            </a:r>
          </a:p>
          <a:p>
            <a:pPr eaLnBrk="1" hangingPunct="1"/>
            <a:endParaRPr lang="es-ES_tradnl" altLang="es-CL" dirty="0"/>
          </a:p>
        </p:txBody>
      </p:sp>
      <p:sp>
        <p:nvSpPr>
          <p:cNvPr id="30" name="CuadroTexto 34"/>
          <p:cNvSpPr txBox="1">
            <a:spLocks noChangeArrowheads="1"/>
          </p:cNvSpPr>
          <p:nvPr/>
        </p:nvSpPr>
        <p:spPr bwMode="auto">
          <a:xfrm>
            <a:off x="5747657" y="6263014"/>
            <a:ext cx="3146744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s-ES_tradnl" altLang="es-CL" sz="1300" dirty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Gabriel Parra Fuentes </a:t>
            </a:r>
          </a:p>
          <a:p>
            <a:pPr algn="ctr"/>
            <a:r>
              <a:rPr lang="es-ES_tradnl" altLang="es-CL" sz="1300" dirty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Gerente  General</a:t>
            </a:r>
          </a:p>
          <a:p>
            <a:pPr algn="ctr"/>
            <a:r>
              <a:rPr lang="es-ES_tradnl" altLang="es-CL" sz="1300" dirty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E-volution Capacitación Ltda.</a:t>
            </a:r>
          </a:p>
          <a:p>
            <a:pPr eaLnBrk="1" hangingPunct="1"/>
            <a:endParaRPr lang="es-ES_tradnl" altLang="es-CL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Entrada de lápiz 12"/>
              <p14:cNvContentPartPr/>
              <p14:nvPr/>
            </p14:nvContentPartPr>
            <p14:xfrm>
              <a:off x="3258622" y="2710080"/>
              <a:ext cx="360" cy="360"/>
            </p14:xfrm>
          </p:contentPart>
        </mc:Choice>
        <mc:Fallback xmlns="">
          <p:pic>
            <p:nvPicPr>
              <p:cNvPr id="13" name="Entrada de lápiz 1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46742" y="2698200"/>
                <a:ext cx="24120" cy="2412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CuadroTexto 36"/>
          <p:cNvSpPr txBox="1"/>
          <p:nvPr/>
        </p:nvSpPr>
        <p:spPr>
          <a:xfrm>
            <a:off x="1772578" y="4417246"/>
            <a:ext cx="5661386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2000" dirty="0">
                <a:latin typeface="Century Gothic" panose="020B0502020202020204" pitchFamily="34" charset="0"/>
              </a:rPr>
              <a:t>Estas actividad tuvo una duración de </a:t>
            </a:r>
            <a:r>
              <a:rPr lang="es-CL" sz="2000" b="1" dirty="0">
                <a:latin typeface="Century Gothic" panose="020B0502020202020204" pitchFamily="34" charset="0"/>
              </a:rPr>
              <a:t>8 Hrs.</a:t>
            </a:r>
          </a:p>
          <a:p>
            <a:pPr>
              <a:lnSpc>
                <a:spcPct val="150000"/>
              </a:lnSpc>
            </a:pPr>
            <a:r>
              <a:rPr lang="es-CL" sz="2000" dirty="0">
                <a:latin typeface="Century Gothic" panose="020B0502020202020204" pitchFamily="34" charset="0"/>
              </a:rPr>
              <a:t>y se realizó </a:t>
            </a:r>
            <a:r>
              <a:rPr lang="es-CL" sz="2000" b="1" dirty="0">
                <a:latin typeface="Century Gothic" panose="020B0502020202020204" pitchFamily="34" charset="0"/>
              </a:rPr>
              <a:t>el día 26 de febrero 2020</a:t>
            </a:r>
          </a:p>
        </p:txBody>
      </p:sp>
      <p:cxnSp>
        <p:nvCxnSpPr>
          <p:cNvPr id="35" name="Conector recto 17"/>
          <p:cNvCxnSpPr/>
          <p:nvPr/>
        </p:nvCxnSpPr>
        <p:spPr>
          <a:xfrm>
            <a:off x="1399181" y="6263014"/>
            <a:ext cx="26596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39 Imagen"/>
          <p:cNvPicPr/>
          <p:nvPr/>
        </p:nvPicPr>
        <p:blipFill>
          <a:blip r:embed="rId9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07" b="12869"/>
          <a:stretch>
            <a:fillRect/>
          </a:stretch>
        </p:blipFill>
        <p:spPr>
          <a:xfrm>
            <a:off x="3188896" y="1968786"/>
            <a:ext cx="3735826" cy="3411940"/>
          </a:xfrm>
          <a:prstGeom prst="rect">
            <a:avLst/>
          </a:prstGeom>
        </p:spPr>
      </p:pic>
      <p:sp>
        <p:nvSpPr>
          <p:cNvPr id="41" name="40 CuadroTexto"/>
          <p:cNvSpPr txBox="1"/>
          <p:nvPr/>
        </p:nvSpPr>
        <p:spPr>
          <a:xfrm>
            <a:off x="3671249" y="1922650"/>
            <a:ext cx="1945779" cy="553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s-ES" sz="1200" dirty="0"/>
          </a:p>
          <a:p>
            <a:endParaRPr lang="es-ES" dirty="0"/>
          </a:p>
        </p:txBody>
      </p:sp>
      <p:sp>
        <p:nvSpPr>
          <p:cNvPr id="43" name="42 CuadroTexto"/>
          <p:cNvSpPr txBox="1"/>
          <p:nvPr/>
        </p:nvSpPr>
        <p:spPr>
          <a:xfrm>
            <a:off x="5581316" y="1951609"/>
            <a:ext cx="3326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0E6FBB-CF77-9342-9647-F317203742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8391" y="987643"/>
            <a:ext cx="2111946" cy="52489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81EB29A-5A79-034F-A645-1AC8D823B4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1321" y="881332"/>
            <a:ext cx="1314557" cy="973252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F08C1518-6A29-5640-AC3E-F1AB331812F0}"/>
              </a:ext>
            </a:extLst>
          </p:cNvPr>
          <p:cNvSpPr txBox="1"/>
          <p:nvPr/>
        </p:nvSpPr>
        <p:spPr>
          <a:xfrm>
            <a:off x="1115569" y="3570305"/>
            <a:ext cx="80438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>
                <a:latin typeface="Arial" panose="020B0604020202020204" pitchFamily="34" charset="0"/>
                <a:cs typeface="Arial" panose="020B0604020202020204" pitchFamily="34" charset="0"/>
              </a:rPr>
              <a:t>RESPONSABILIDAD LEGAL PARA LOS SISTEMAS DE GESTIÓN</a:t>
            </a:r>
          </a:p>
        </p:txBody>
      </p:sp>
    </p:spTree>
    <p:extLst>
      <p:ext uri="{BB962C8B-B14F-4D97-AF65-F5344CB8AC3E}">
        <p14:creationId xmlns:p14="http://schemas.microsoft.com/office/powerpoint/2010/main" val="15095196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ploma GP1" id="{8297217B-1BC4-F441-9008-4108DE049F4E}" vid="{DB68B3A3-8CEA-4544-8D6A-C1727EE3BD3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Diploma GP1</Template>
  <TotalTime>9018</TotalTime>
  <Words>67</Words>
  <Application>Microsoft Macintosh PowerPoint</Application>
  <PresentationFormat>Personalizado</PresentationFormat>
  <Paragraphs>11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Gabriel Parra</cp:lastModifiedBy>
  <cp:revision>65</cp:revision>
  <cp:lastPrinted>2020-03-27T22:03:30Z</cp:lastPrinted>
  <dcterms:created xsi:type="dcterms:W3CDTF">2017-09-14T20:29:19Z</dcterms:created>
  <dcterms:modified xsi:type="dcterms:W3CDTF">2024-12-17T19:54:37Z</dcterms:modified>
</cp:coreProperties>
</file>
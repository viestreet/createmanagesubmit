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8" r:id="rId11"/>
    <p:sldMasterId id="2147483659" r:id="rId12"/>
  </p:sldMasterIdLst>
  <p:sldIdLst>
    <p:sldId id="256" r:id="rId13"/>
  </p:sldIdLst>
  <p:sldSz cx="10363200" cy="7772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A68F688-5DD7-4FEE-B622-E78F7A347D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77240" y="1271880"/>
            <a:ext cx="8808480" cy="270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1036440">
              <a:lnSpc>
                <a:spcPct val="90000"/>
              </a:lnSpc>
              <a:buNone/>
            </a:pPr>
            <a:r>
              <a:rPr b="0" lang="es-ES_tradnl" sz="680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6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6175EE-7F74-4CB0-A294-5F984CF78A39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89380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AC4CFC-0C29-4647-9C24-DAE6C18790C7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416000" y="413640"/>
            <a:ext cx="2234160" cy="658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12440" y="413640"/>
            <a:ext cx="6573960" cy="658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218534-B03F-44ED-B619-B7D3D64092FB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89380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B64C78-EB17-4E61-85B9-9E6832D34529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07040" y="1937880"/>
            <a:ext cx="8938080" cy="32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680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6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07040" y="5201280"/>
            <a:ext cx="8938080" cy="16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7F247D-86B1-4327-B989-23EB69EE11C6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44038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246280" y="2068920"/>
            <a:ext cx="44038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1FE804-270D-4CDD-AD0A-BE37A99590CF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1388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13880" y="1905480"/>
            <a:ext cx="4383720" cy="93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713880" y="2838960"/>
            <a:ext cx="4383720" cy="41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246280" y="1905480"/>
            <a:ext cx="4405320" cy="93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246280" y="2838960"/>
            <a:ext cx="4405320" cy="41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E7194B-4026-4130-B1DF-088EA61591BE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975E18-AF5E-4941-B6FC-4C46E50E7AB6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14F10E-5FEF-4D7F-81A3-1DEABF320262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3880" y="518040"/>
            <a:ext cx="3341880" cy="18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405680" y="1119240"/>
            <a:ext cx="5245920" cy="552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713880" y="2331720"/>
            <a:ext cx="3341880" cy="43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s-ES_tradnl" sz="181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181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70A378-979E-4616-9CA5-4AB0C05EEA13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13880" y="518040"/>
            <a:ext cx="3341880" cy="18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405680" y="1119240"/>
            <a:ext cx="5245920" cy="552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"/>
              </a:rPr>
              <a:t>Arrastre la imagen al marcador de posición o haga clic en el icono para agregarla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713880" y="2331720"/>
            <a:ext cx="3341880" cy="43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s-ES_tradnl" sz="181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181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BDBE5C-D1E7-43DA-923E-A5A349233D15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e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3" descr=""/>
          <p:cNvPicPr/>
          <p:nvPr/>
        </p:nvPicPr>
        <p:blipFill>
          <a:blip r:embed="rId1"/>
          <a:stretch/>
        </p:blipFill>
        <p:spPr>
          <a:xfrm>
            <a:off x="3429000" y="1852560"/>
            <a:ext cx="3504960" cy="4066920"/>
          </a:xfrm>
          <a:prstGeom prst="rect">
            <a:avLst/>
          </a:prstGeom>
          <a:ln w="0">
            <a:noFill/>
          </a:ln>
        </p:spPr>
      </p:pic>
      <p:pic>
        <p:nvPicPr>
          <p:cNvPr id="60" name="Imagen 1" descr=""/>
          <p:cNvPicPr/>
          <p:nvPr/>
        </p:nvPicPr>
        <p:blipFill>
          <a:blip r:embed="rId2"/>
          <a:stretch/>
        </p:blipFill>
        <p:spPr>
          <a:xfrm>
            <a:off x="0" y="0"/>
            <a:ext cx="10361160" cy="7772040"/>
          </a:xfrm>
          <a:prstGeom prst="rect">
            <a:avLst/>
          </a:prstGeom>
          <a:ln w="0">
            <a:noFill/>
          </a:ln>
        </p:spPr>
      </p:pic>
      <p:sp>
        <p:nvSpPr>
          <p:cNvPr id="61" name="nombre"/>
          <p:cNvSpPr/>
          <p:nvPr/>
        </p:nvSpPr>
        <p:spPr>
          <a:xfrm>
            <a:off x="735120" y="867600"/>
            <a:ext cx="8805600" cy="617508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Rectángulo 6"/>
          <p:cNvSpPr/>
          <p:nvPr/>
        </p:nvSpPr>
        <p:spPr>
          <a:xfrm>
            <a:off x="3188880" y="6262920"/>
            <a:ext cx="4057920" cy="66672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63" name="Imagen 9" descr=""/>
          <p:cNvPicPr/>
          <p:nvPr/>
        </p:nvPicPr>
        <p:blipFill>
          <a:blip r:embed="rId3"/>
          <a:stretch/>
        </p:blipFill>
        <p:spPr>
          <a:xfrm>
            <a:off x="3002400" y="1030680"/>
            <a:ext cx="4431240" cy="1123560"/>
          </a:xfrm>
          <a:prstGeom prst="rect">
            <a:avLst/>
          </a:prstGeom>
          <a:ln w="0">
            <a:noFill/>
          </a:ln>
        </p:spPr>
      </p:pic>
      <p:sp>
        <p:nvSpPr>
          <p:cNvPr id="64" name="name"/>
          <p:cNvSpPr/>
          <p:nvPr/>
        </p:nvSpPr>
        <p:spPr>
          <a:xfrm>
            <a:off x="1089720" y="2400120"/>
            <a:ext cx="7804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Al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(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a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)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 Sr</a:t>
            </a:r>
            <a:r>
              <a:rPr b="1" lang="es-ES_tradnl" sz="18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(</a:t>
            </a:r>
            <a:r>
              <a:rPr b="1" lang="es-ES_tradnl" sz="24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ta).: 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CuadroTexto 11"/>
          <p:cNvSpPr/>
          <p:nvPr/>
        </p:nvSpPr>
        <p:spPr>
          <a:xfrm>
            <a:off x="999360" y="3013200"/>
            <a:ext cx="84646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CL" sz="17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Quien participó y aprobó satisfactoriamente la  acción de Capacitación en</a:t>
            </a:r>
            <a:r>
              <a:rPr b="1" lang="es-CL" sz="20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: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CuadroTexto 13"/>
          <p:cNvSpPr/>
          <p:nvPr/>
        </p:nvSpPr>
        <p:spPr>
          <a:xfrm>
            <a:off x="1089720" y="5664600"/>
            <a:ext cx="2996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7" name="CuadroTexto 14"/>
          <p:cNvSpPr/>
          <p:nvPr/>
        </p:nvSpPr>
        <p:spPr>
          <a:xfrm>
            <a:off x="5617080" y="5936760"/>
            <a:ext cx="28951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68" name="Conector recto 18"/>
          <p:cNvCxnSpPr/>
          <p:nvPr/>
        </p:nvCxnSpPr>
        <p:spPr>
          <a:xfrm>
            <a:off x="5747400" y="6252120"/>
            <a:ext cx="3008160" cy="11160"/>
          </a:xfrm>
          <a:prstGeom prst="straightConnector1">
            <a:avLst/>
          </a:prstGeom>
          <a:ln w="6480">
            <a:solidFill>
              <a:srgbClr val="000000"/>
            </a:solidFill>
            <a:miter/>
          </a:ln>
        </p:spPr>
      </p:cxnSp>
      <p:sp>
        <p:nvSpPr>
          <p:cNvPr id="69" name="Forma libre 19"/>
          <p:cNvSpPr/>
          <p:nvPr/>
        </p:nvSpPr>
        <p:spPr>
          <a:xfrm>
            <a:off x="3837600" y="802440"/>
            <a:ext cx="720000" cy="181080"/>
          </a:xfrm>
          <a:custGeom>
            <a:avLst/>
            <a:gdLst>
              <a:gd name="textAreaLeft" fmla="*/ 0 w 720000"/>
              <a:gd name="textAreaRight" fmla="*/ 720360 w 720000"/>
              <a:gd name="textAreaTop" fmla="*/ 0 h 181080"/>
              <a:gd name="textAreaBottom" fmla="*/ 181440 h 181080"/>
            </a:gdLst>
            <a:ahLst/>
            <a:rect l="textAreaLeft" t="textAreaTop" r="textAreaRight" b="textAreaBottom"/>
            <a:pathLst>
              <a:path w="720436" h="181324">
                <a:moveTo>
                  <a:pt x="0" y="56633"/>
                </a:moveTo>
                <a:lnTo>
                  <a:pt x="0" y="56633"/>
                </a:lnTo>
                <a:cubicBezTo>
                  <a:pt x="41564" y="47397"/>
                  <a:pt x="82200" y="31636"/>
                  <a:pt x="124691" y="28924"/>
                </a:cubicBezTo>
                <a:cubicBezTo>
                  <a:pt x="596501" y="-1192"/>
                  <a:pt x="489512" y="-17263"/>
                  <a:pt x="720436" y="28924"/>
                </a:cubicBezTo>
                <a:cubicBezTo>
                  <a:pt x="715818" y="75106"/>
                  <a:pt x="722443" y="123851"/>
                  <a:pt x="706582" y="167469"/>
                </a:cubicBezTo>
                <a:cubicBezTo>
                  <a:pt x="701591" y="181194"/>
                  <a:pt x="679622" y="181324"/>
                  <a:pt x="665018" y="181324"/>
                </a:cubicBezTo>
                <a:cubicBezTo>
                  <a:pt x="480233" y="181324"/>
                  <a:pt x="295563" y="172087"/>
                  <a:pt x="110836" y="167469"/>
                </a:cubicBezTo>
                <a:cubicBezTo>
                  <a:pt x="96982" y="162851"/>
                  <a:pt x="81424" y="161716"/>
                  <a:pt x="69273" y="153615"/>
                </a:cubicBezTo>
                <a:cubicBezTo>
                  <a:pt x="30641" y="127860"/>
                  <a:pt x="24023" y="111159"/>
                  <a:pt x="13855" y="70487"/>
                </a:cubicBezTo>
                <a:cubicBezTo>
                  <a:pt x="12735" y="66007"/>
                  <a:pt x="2309" y="58942"/>
                  <a:pt x="0" y="56633"/>
                </a:cubicBezTo>
                <a:close/>
              </a:path>
            </a:pathLst>
          </a:cu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0" name="Rectángulo 20"/>
          <p:cNvSpPr/>
          <p:nvPr/>
        </p:nvSpPr>
        <p:spPr>
          <a:xfrm>
            <a:off x="0" y="0"/>
            <a:ext cx="485640" cy="776124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1" name="Rectángulo 21"/>
          <p:cNvSpPr/>
          <p:nvPr/>
        </p:nvSpPr>
        <p:spPr>
          <a:xfrm>
            <a:off x="0" y="0"/>
            <a:ext cx="10362960" cy="52668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2" name="Rectángulo 23"/>
          <p:cNvSpPr/>
          <p:nvPr/>
        </p:nvSpPr>
        <p:spPr>
          <a:xfrm>
            <a:off x="9878400" y="10800"/>
            <a:ext cx="484560" cy="776124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Rectángulo 24"/>
          <p:cNvSpPr/>
          <p:nvPr/>
        </p:nvSpPr>
        <p:spPr>
          <a:xfrm>
            <a:off x="0" y="7246080"/>
            <a:ext cx="10364040" cy="52596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_tradnl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cxnSp>
        <p:nvCxnSpPr>
          <p:cNvPr id="74" name="Conector recto 8"/>
          <p:cNvCxnSpPr/>
          <p:nvPr/>
        </p:nvCxnSpPr>
        <p:spPr>
          <a:xfrm flipV="1">
            <a:off x="701640" y="7039800"/>
            <a:ext cx="8962920" cy="324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cxnSp>
        <p:nvCxnSpPr>
          <p:cNvPr id="75" name="Conector recto 22"/>
          <p:cNvCxnSpPr/>
          <p:nvPr/>
        </p:nvCxnSpPr>
        <p:spPr>
          <a:xfrm>
            <a:off x="701640" y="720360"/>
            <a:ext cx="8962920" cy="36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cxnSp>
        <p:nvCxnSpPr>
          <p:cNvPr id="76" name="Conector recto 31"/>
          <p:cNvCxnSpPr/>
          <p:nvPr/>
        </p:nvCxnSpPr>
        <p:spPr>
          <a:xfrm flipV="1">
            <a:off x="701640" y="720360"/>
            <a:ext cx="360" cy="631980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sp>
        <p:nvSpPr>
          <p:cNvPr id="77" name="CuadroTexto 33"/>
          <p:cNvSpPr/>
          <p:nvPr/>
        </p:nvSpPr>
        <p:spPr>
          <a:xfrm>
            <a:off x="1203840" y="6262920"/>
            <a:ext cx="3144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Margarita Vásquez Zúñiga       Gerente  Operaciones            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 </a:t>
            </a: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E-volution Capacitación Ltda.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CuadroTexto 34"/>
          <p:cNvSpPr/>
          <p:nvPr/>
        </p:nvSpPr>
        <p:spPr>
          <a:xfrm>
            <a:off x="5747760" y="6262920"/>
            <a:ext cx="31464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Gabriel Parra Fuentes 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Gerente  General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z="1300" strike="noStrike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E-volution Capacitación Ltda.</a:t>
            </a:r>
            <a:endParaRPr b="0" lang="es-MX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CuadroTexto 36"/>
          <p:cNvSpPr/>
          <p:nvPr/>
        </p:nvSpPr>
        <p:spPr>
          <a:xfrm>
            <a:off x="1772640" y="4417200"/>
            <a:ext cx="56610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s-CL" sz="2000" strike="noStrike" u="none">
                <a:solidFill>
                  <a:schemeClr val="dk1"/>
                </a:solidFill>
                <a:uFillTx/>
                <a:latin typeface="Century Gothic"/>
              </a:rPr>
              <a:t>Estas actividad tuvo una duración de </a:t>
            </a:r>
            <a:r>
              <a:rPr b="1" lang="es-CL" sz="2000" strike="noStrike" u="none">
                <a:solidFill>
                  <a:schemeClr val="dk1"/>
                </a:solidFill>
                <a:uFillTx/>
                <a:latin typeface="Century Gothic"/>
              </a:rPr>
              <a:t>8 Hrs.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s-CL" sz="2000" strike="noStrike" u="none">
                <a:solidFill>
                  <a:schemeClr val="dk1"/>
                </a:solidFill>
                <a:uFillTx/>
                <a:latin typeface="Century Gothic"/>
              </a:rPr>
              <a:t>y se realizó </a:t>
            </a:r>
            <a:r>
              <a:rPr b="1" lang="es-CL" sz="2000" strike="noStrike" u="none">
                <a:solidFill>
                  <a:schemeClr val="dk1"/>
                </a:solidFill>
                <a:uFillTx/>
                <a:latin typeface="Century Gothic"/>
              </a:rPr>
              <a:t>el día 26 de febrero 2020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80" name="Conector recto 17"/>
          <p:cNvCxnSpPr/>
          <p:nvPr/>
        </p:nvCxnSpPr>
        <p:spPr>
          <a:xfrm>
            <a:off x="1398960" y="6262920"/>
            <a:ext cx="2660040" cy="360"/>
          </a:xfrm>
          <a:prstGeom prst="straightConnector1">
            <a:avLst/>
          </a:prstGeom>
          <a:ln w="6480">
            <a:solidFill>
              <a:srgbClr val="000000"/>
            </a:solidFill>
            <a:miter/>
          </a:ln>
        </p:spPr>
      </p:cxnSp>
      <p:sp>
        <p:nvSpPr>
          <p:cNvPr id="81" name="40 CuadroTexto"/>
          <p:cNvSpPr/>
          <p:nvPr/>
        </p:nvSpPr>
        <p:spPr>
          <a:xfrm>
            <a:off x="3671280" y="1922760"/>
            <a:ext cx="1945440" cy="821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42 CuadroTexto"/>
          <p:cNvSpPr/>
          <p:nvPr/>
        </p:nvSpPr>
        <p:spPr>
          <a:xfrm>
            <a:off x="5581440" y="1951560"/>
            <a:ext cx="332280" cy="369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s-E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83" name="Imagen 4" descr=""/>
          <p:cNvPicPr/>
          <p:nvPr/>
        </p:nvPicPr>
        <p:blipFill>
          <a:blip r:embed="rId4"/>
          <a:stretch/>
        </p:blipFill>
        <p:spPr>
          <a:xfrm>
            <a:off x="7398360" y="987480"/>
            <a:ext cx="2111760" cy="524520"/>
          </a:xfrm>
          <a:prstGeom prst="rect">
            <a:avLst/>
          </a:prstGeom>
          <a:ln w="0">
            <a:noFill/>
          </a:ln>
        </p:spPr>
      </p:pic>
      <p:pic>
        <p:nvPicPr>
          <p:cNvPr id="84" name="Imagen 15" descr=""/>
          <p:cNvPicPr/>
          <p:nvPr/>
        </p:nvPicPr>
        <p:blipFill>
          <a:blip r:embed="rId5"/>
          <a:stretch/>
        </p:blipFill>
        <p:spPr>
          <a:xfrm>
            <a:off x="991440" y="881280"/>
            <a:ext cx="1314360" cy="972720"/>
          </a:xfrm>
          <a:prstGeom prst="rect">
            <a:avLst/>
          </a:prstGeom>
          <a:ln w="0">
            <a:noFill/>
          </a:ln>
        </p:spPr>
      </p:pic>
      <p:sp>
        <p:nvSpPr>
          <p:cNvPr id="85" name="CuadroTexto 16"/>
          <p:cNvSpPr/>
          <p:nvPr/>
        </p:nvSpPr>
        <p:spPr>
          <a:xfrm>
            <a:off x="1115640" y="3570480"/>
            <a:ext cx="8043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contenido"/>
          <p:cNvSpPr/>
          <p:nvPr/>
        </p:nvSpPr>
        <p:spPr>
          <a:xfrm>
            <a:off x="3600000" y="3600000"/>
            <a:ext cx="3324240" cy="791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Diploma GP1</Template>
  <TotalTime>9028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2017-09-14T20:29:19Z</dcterms:created>
  <dc:creator>Usuario de Microsoft Office</dc:creator>
  <dc:description/>
  <dc:language>es-MX</dc:language>
  <cp:lastModifiedBy/>
  <cp:lastPrinted>2020-03-27T22:03:30Z</cp:lastPrinted>
  <dcterms:modified xsi:type="dcterms:W3CDTF">2024-12-19T17:29:56Z</dcterms:modified>
  <cp:revision>67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Personalizado</vt:lpwstr>
  </property>
  <property fmtid="{D5CDD505-2E9C-101B-9397-08002B2CF9AE}" pid="3" name="Slides">
    <vt:r8>1</vt:r8>
  </property>
</Properties>
</file>
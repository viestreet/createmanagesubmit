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083157-8B39-7534-2A2E-3196E07938F1}" v="42" dt="2025-03-08T00:46:40.5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0" autoAdjust="0"/>
    <p:restoredTop sz="94660"/>
  </p:normalViewPr>
  <p:slideViewPr>
    <p:cSldViewPr snapToGrid="0">
      <p:cViewPr varScale="1">
        <p:scale>
          <a:sx n="73" d="100"/>
          <a:sy n="73" d="100"/>
        </p:scale>
        <p:origin x="72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07/03/2025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49EAA9CC-3F40-DF31-C91A-70E26AE59B26}"/>
              </a:ext>
            </a:extLst>
          </p:cNvPr>
          <p:cNvSpPr/>
          <p:nvPr/>
        </p:nvSpPr>
        <p:spPr>
          <a:xfrm>
            <a:off x="1270000" y="880683"/>
            <a:ext cx="9652000" cy="13148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Nombre : ${</a:t>
            </a:r>
            <a:r>
              <a:rPr lang="es-ES" dirty="0">
                <a:solidFill>
                  <a:schemeClr val="tx1"/>
                </a:solidFill>
                <a:ea typeface="+mn-lt"/>
                <a:cs typeface="+mn-lt"/>
              </a:rPr>
              <a:t>nombre alumno</a:t>
            </a:r>
            <a:r>
              <a:rPr lang="es-ES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BAE8774-DC81-F020-7ED8-CC3FE18D6696}"/>
              </a:ext>
            </a:extLst>
          </p:cNvPr>
          <p:cNvSpPr/>
          <p:nvPr/>
        </p:nvSpPr>
        <p:spPr>
          <a:xfrm>
            <a:off x="1269999" y="3425475"/>
            <a:ext cx="9652000" cy="13148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s-ES" dirty="0">
                <a:solidFill>
                  <a:schemeClr val="tx1"/>
                </a:solidFill>
              </a:rPr>
              <a:t>Realizo: ${curso} con una duración de ${</a:t>
            </a:r>
            <a:r>
              <a:rPr lang="es-ES" dirty="0" err="1">
                <a:solidFill>
                  <a:schemeClr val="tx1"/>
                </a:solidFill>
              </a:rPr>
              <a:t>duracion</a:t>
            </a:r>
            <a:r>
              <a:rPr lang="es-ES" dirty="0">
                <a:solidFill>
                  <a:schemeClr val="tx1"/>
                </a:solidFill>
              </a:rPr>
              <a:t>} y una nota de ${nota} tuvo de profesor ${relator} en ${</a:t>
            </a:r>
            <a:r>
              <a:rPr lang="es-ES" dirty="0" err="1">
                <a:solidFill>
                  <a:schemeClr val="tx1"/>
                </a:solidFill>
              </a:rPr>
              <a:t>emision</a:t>
            </a:r>
            <a:r>
              <a:rPr lang="es-ES" dirty="0">
                <a:solidFill>
                  <a:schemeClr val="tx1"/>
                </a:solidFill>
              </a:rPr>
              <a:t>}</a:t>
            </a:r>
          </a:p>
        </p:txBody>
      </p:sp>
      <p:pic>
        <p:nvPicPr>
          <p:cNvPr id="6" name="Imagen 5" descr="Logotipo, nombre de la empresa&#10;&#10;El contenido generado por inteligencia artificial puede ser incorrecto.">
            <a:extLst>
              <a:ext uri="{FF2B5EF4-FFF2-40B4-BE49-F238E27FC236}">
                <a16:creationId xmlns:a16="http://schemas.microsoft.com/office/drawing/2014/main" id="{9E01CAFB-6270-1E0D-9A0D-60383FE70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866" y="0"/>
            <a:ext cx="3156078" cy="191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41</cp:revision>
  <dcterms:created xsi:type="dcterms:W3CDTF">2025-03-03T08:45:51Z</dcterms:created>
  <dcterms:modified xsi:type="dcterms:W3CDTF">2025-03-08T00:47:39Z</dcterms:modified>
</cp:coreProperties>
</file>
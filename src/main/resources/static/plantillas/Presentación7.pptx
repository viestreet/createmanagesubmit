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6" r:id="rId3"/>
    <p:sldMasterId id="2147483658" r:id="rId4"/>
    <p:sldMasterId id="2147483660" r:id="rId5"/>
    <p:sldMasterId id="2147483662" r:id="rId6"/>
    <p:sldMasterId id="2147483664" r:id="rId7"/>
    <p:sldMasterId id="2147483666" r:id="rId8"/>
    <p:sldMasterId id="2147483668" r:id="rId9"/>
    <p:sldMasterId id="2147483670" r:id="rId10"/>
    <p:sldMasterId id="2147483672" r:id="rId11"/>
    <p:sldMasterId id="2147483674" r:id="rId12"/>
  </p:sldMasterIdLst>
  <p:sldIdLst>
    <p:sldId id="256" r:id="rId1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773B51-4730-495D-94B7-AD9BC0CE84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122C46-8C3C-4C64-9FCD-473916C66E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98484E-F50E-464B-8B2C-DD1B21D81E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6E2C6D-C0C6-47AE-8E76-272173A549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81F79E-667D-4F0F-BDC0-27FE28CC05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7BDBE8-0F30-44DB-80CE-81F20F6AA2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L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17EF0C-F447-41DF-BCB1-8707C784C1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6A9BAA-67CC-4CD5-9365-68C4669317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998B7B3-E5B2-4367-9608-BB94F004FF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DEA00EF-9620-49E0-83D6-DE39C27BAA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1C7A397-29C1-4A3D-B309-B1B526A730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E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C1EF393-5AEC-4BA9-8037-4ED06EF821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5690D0C-EF3E-42F6-AFBD-D348562883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275E189-032A-4DA7-9425-DD2E1ADE23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5F3AA99-A28F-4318-8CA1-641F3232CA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F9348EE-5223-4263-A98E-63F63EA5A7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14D2E5D-7099-4CEA-8B6A-8825D713D5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8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9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0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1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3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4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5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6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s-ES" sz="6000" strike="noStrike" u="none">
                <a:solidFill>
                  <a:schemeClr val="dk1"/>
                </a:solidFill>
                <a:uFillTx/>
                <a:latin typeface="Aptos Display"/>
              </a:rPr>
              <a:t>Haga clic para modificar el estilo de título del patrón</a:t>
            </a:r>
            <a:endParaRPr b="0" lang="es-ES" sz="6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&lt;date/time&gt;</a:t>
            </a:r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L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004354-FF8F-47AD-85B1-87DD2C9D3945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800" strike="noStrike" u="none">
                <a:solidFill>
                  <a:schemeClr val="dk1"/>
                </a:solidFill>
                <a:uFillTx/>
                <a:latin typeface="Aptos"/>
              </a:rPr>
              <a:t>Click to edit the outline text format</a:t>
            </a:r>
            <a:endParaRPr b="0" lang="es-E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chemeClr val="dk1"/>
                </a:solidFill>
                <a:uFillTx/>
                <a:latin typeface="Aptos"/>
              </a:rPr>
              <a:t>Second Outline Level</a:t>
            </a:r>
            <a:endParaRPr b="0" lang="es-E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dk1"/>
                </a:solidFill>
                <a:uFillTx/>
                <a:latin typeface="Aptos"/>
              </a:rPr>
              <a:t>Third Outline Level</a:t>
            </a: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chemeClr val="dk1"/>
                </a:solidFill>
                <a:uFillTx/>
                <a:latin typeface="Aptos"/>
              </a:rPr>
              <a:t>Fourth Outline Level</a:t>
            </a: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dk1"/>
                </a:solidFill>
                <a:uFillTx/>
                <a:latin typeface="Aptos"/>
              </a:rPr>
              <a:t>Fifth Outline Level</a:t>
            </a:r>
            <a:endParaRPr b="0" lang="es-E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dk1"/>
                </a:solidFill>
                <a:uFillTx/>
                <a:latin typeface="Aptos"/>
              </a:rPr>
              <a:t>Sixth Outline Level</a:t>
            </a:r>
            <a:endParaRPr b="0" lang="es-E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dk1"/>
                </a:solidFill>
                <a:uFillTx/>
                <a:latin typeface="Aptos"/>
              </a:rPr>
              <a:t>Seventh Outline Level</a:t>
            </a:r>
            <a:endParaRPr b="0" lang="es-E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trike="noStrike" u="none">
                <a:solidFill>
                  <a:schemeClr val="dk1"/>
                </a:solidFill>
                <a:uFillTx/>
                <a:latin typeface="Aptos Display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uFillTx/>
                <a:latin typeface="Aptos"/>
              </a:rPr>
              <a:t>Haga clic para modificar el estilo de texto del patrón</a:t>
            </a:r>
            <a:endParaRPr b="0" lang="es-E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uFillTx/>
                <a:latin typeface="Aptos"/>
              </a:rPr>
              <a:t>Segundo nivel</a:t>
            </a:r>
            <a:endParaRPr b="0" lang="es-E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uFillTx/>
                <a:latin typeface="Aptos"/>
              </a:rPr>
              <a:t>Tercer nivel</a:t>
            </a:r>
            <a:endParaRPr b="0" lang="es-E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uFillTx/>
                <a:latin typeface="Aptos"/>
              </a:rPr>
              <a:t>Cuarto nivel</a:t>
            </a: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uFillTx/>
                <a:latin typeface="Aptos"/>
              </a:rPr>
              <a:t>Quinto nivel</a:t>
            </a: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L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D1C8FB-6B54-4089-AC89-CD07D7449094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trike="noStrike" u="none">
                <a:solidFill>
                  <a:schemeClr val="dk1"/>
                </a:solidFill>
                <a:uFillTx/>
                <a:latin typeface="Aptos Display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uFillTx/>
                <a:latin typeface="Aptos"/>
              </a:rPr>
              <a:t>Haga clic para modificar el estilo de texto del patrón</a:t>
            </a:r>
            <a:endParaRPr b="0" lang="es-E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uFillTx/>
                <a:latin typeface="Aptos"/>
              </a:rPr>
              <a:t>Segundo nivel</a:t>
            </a:r>
            <a:endParaRPr b="0" lang="es-E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uFillTx/>
                <a:latin typeface="Aptos"/>
              </a:rPr>
              <a:t>Tercer nivel</a:t>
            </a:r>
            <a:endParaRPr b="0" lang="es-E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uFillTx/>
                <a:latin typeface="Aptos"/>
              </a:rPr>
              <a:t>Cuarto nivel</a:t>
            </a: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uFillTx/>
                <a:latin typeface="Aptos"/>
              </a:rPr>
              <a:t>Quinto nivel</a:t>
            </a: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L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043981-53A4-424B-A703-B5519281851B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trike="noStrike" u="none">
                <a:solidFill>
                  <a:schemeClr val="dk1"/>
                </a:solidFill>
                <a:uFillTx/>
                <a:latin typeface="Aptos Display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uFillTx/>
                <a:latin typeface="Aptos"/>
              </a:rPr>
              <a:t>Haga clic para modificar el estilo de texto del patrón</a:t>
            </a:r>
            <a:endParaRPr b="0" lang="es-E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uFillTx/>
                <a:latin typeface="Aptos"/>
              </a:rPr>
              <a:t>Segundo nivel</a:t>
            </a:r>
            <a:endParaRPr b="0" lang="es-E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uFillTx/>
                <a:latin typeface="Aptos"/>
              </a:rPr>
              <a:t>Tercer nivel</a:t>
            </a:r>
            <a:endParaRPr b="0" lang="es-E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uFillTx/>
                <a:latin typeface="Aptos"/>
              </a:rPr>
              <a:t>Cuarto nivel</a:t>
            </a: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uFillTx/>
                <a:latin typeface="Aptos"/>
              </a:rPr>
              <a:t>Quinto nivel</a:t>
            </a: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L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A45E28-EC13-4E81-8FF4-A6C606EBC279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6000" strike="noStrike" u="none">
                <a:solidFill>
                  <a:schemeClr val="dk1"/>
                </a:solidFill>
                <a:uFillTx/>
                <a:latin typeface="Aptos Display"/>
              </a:rPr>
              <a:t>Haga clic para modificar el estilo de título del patrón</a:t>
            </a:r>
            <a:endParaRPr b="0" lang="es-ES" sz="6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Haga clic para modificar el estilo de texto del patrón</a:t>
            </a:r>
            <a:endParaRPr b="0" lang="es-ES" sz="2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L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13CCDD-DB2B-49F2-8474-ADE966E50633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trike="noStrike" u="none">
                <a:solidFill>
                  <a:schemeClr val="dk1"/>
                </a:solidFill>
                <a:uFillTx/>
                <a:latin typeface="Aptos Display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uFillTx/>
                <a:latin typeface="Aptos"/>
              </a:rPr>
              <a:t>Haga clic para modificar el estilo de texto del patrón</a:t>
            </a:r>
            <a:endParaRPr b="0" lang="es-E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uFillTx/>
                <a:latin typeface="Aptos"/>
              </a:rPr>
              <a:t>Segundo nivel</a:t>
            </a:r>
            <a:endParaRPr b="0" lang="es-E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uFillTx/>
                <a:latin typeface="Aptos"/>
              </a:rPr>
              <a:t>Tercer nivel</a:t>
            </a:r>
            <a:endParaRPr b="0" lang="es-E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uFillTx/>
                <a:latin typeface="Aptos"/>
              </a:rPr>
              <a:t>Cuarto nivel</a:t>
            </a: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uFillTx/>
                <a:latin typeface="Aptos"/>
              </a:rPr>
              <a:t>Quinto nivel</a:t>
            </a: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uFillTx/>
                <a:latin typeface="Aptos"/>
              </a:rPr>
              <a:t>Haga clic para modificar el estilo de texto del patrón</a:t>
            </a:r>
            <a:endParaRPr b="0" lang="es-E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uFillTx/>
                <a:latin typeface="Aptos"/>
              </a:rPr>
              <a:t>Segundo nivel</a:t>
            </a:r>
            <a:endParaRPr b="0" lang="es-E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uFillTx/>
                <a:latin typeface="Aptos"/>
              </a:rPr>
              <a:t>Tercer nivel</a:t>
            </a:r>
            <a:endParaRPr b="0" lang="es-E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uFillTx/>
                <a:latin typeface="Aptos"/>
              </a:rPr>
              <a:t>Cuarto nivel</a:t>
            </a: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uFillTx/>
                <a:latin typeface="Aptos"/>
              </a:rPr>
              <a:t>Quinto nivel</a:t>
            </a: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L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1A767B-8A8E-452D-B779-CBA3C3B49B58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trike="noStrike" u="none">
                <a:solidFill>
                  <a:schemeClr val="dk1"/>
                </a:solidFill>
                <a:uFillTx/>
                <a:latin typeface="Aptos Display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chemeClr val="dk1"/>
                </a:solidFill>
                <a:uFillTx/>
                <a:latin typeface="Aptos"/>
              </a:rPr>
              <a:t>Haga clic para modificar el estilo de texto del patrón</a:t>
            </a:r>
            <a:endParaRPr b="0" lang="es-ES" sz="2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uFillTx/>
                <a:latin typeface="Aptos"/>
              </a:rPr>
              <a:t>Haga clic para modificar el estilo de texto del patrón</a:t>
            </a:r>
            <a:endParaRPr b="0" lang="es-E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uFillTx/>
                <a:latin typeface="Aptos"/>
              </a:rPr>
              <a:t>Segundo nivel</a:t>
            </a:r>
            <a:endParaRPr b="0" lang="es-E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uFillTx/>
                <a:latin typeface="Aptos"/>
              </a:rPr>
              <a:t>Tercer nivel</a:t>
            </a:r>
            <a:endParaRPr b="0" lang="es-E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uFillTx/>
                <a:latin typeface="Aptos"/>
              </a:rPr>
              <a:t>Cuarto nivel</a:t>
            </a: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uFillTx/>
                <a:latin typeface="Aptos"/>
              </a:rPr>
              <a:t>Quinto nivel</a:t>
            </a: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chemeClr val="dk1"/>
                </a:solidFill>
                <a:uFillTx/>
                <a:latin typeface="Aptos"/>
              </a:rPr>
              <a:t>Haga clic para modificar el estilo de texto del patrón</a:t>
            </a:r>
            <a:endParaRPr b="0" lang="es-ES" sz="2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uFillTx/>
                <a:latin typeface="Aptos"/>
              </a:rPr>
              <a:t>Haga clic para modificar el estilo de texto del patrón</a:t>
            </a:r>
            <a:endParaRPr b="0" lang="es-E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uFillTx/>
                <a:latin typeface="Aptos"/>
              </a:rPr>
              <a:t>Segundo nivel</a:t>
            </a:r>
            <a:endParaRPr b="0" lang="es-E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uFillTx/>
                <a:latin typeface="Aptos"/>
              </a:rPr>
              <a:t>Tercer nivel</a:t>
            </a:r>
            <a:endParaRPr b="0" lang="es-E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uFillTx/>
                <a:latin typeface="Aptos"/>
              </a:rPr>
              <a:t>Cuarto nivel</a:t>
            </a: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uFillTx/>
                <a:latin typeface="Aptos"/>
              </a:rPr>
              <a:t>Quinto nivel</a:t>
            </a:r>
            <a:endParaRPr b="0" lang="es-E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L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D23D15-AA65-4F71-A144-48CA26ED9847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trike="noStrike" u="none">
                <a:solidFill>
                  <a:schemeClr val="dk1"/>
                </a:solidFill>
                <a:uFillTx/>
                <a:latin typeface="Aptos Display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CL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25B804-1819-4D16-A226-13B0FB52E29F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1</a:t>
            </a:fld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&lt;date/time&gt;</a:t>
            </a:r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L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F28A2F-AA4A-4A2F-83DF-FF65F358969B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3200" strike="noStrike" u="none">
                <a:solidFill>
                  <a:schemeClr val="dk1"/>
                </a:solidFill>
                <a:uFillTx/>
                <a:latin typeface="Aptos Display"/>
              </a:rPr>
              <a:t>Haga clic para modificar el estilo de título del patrón</a:t>
            </a:r>
            <a:endParaRPr b="0" lang="es-ES" sz="32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3200" strike="noStrike" u="none">
                <a:solidFill>
                  <a:schemeClr val="dk1"/>
                </a:solidFill>
                <a:uFillTx/>
                <a:latin typeface="Aptos"/>
              </a:rPr>
              <a:t>Haga clic para modificar el estilo de texto del patrón</a:t>
            </a:r>
            <a:endParaRPr b="0" lang="es-ES" sz="32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uFillTx/>
                <a:latin typeface="Aptos"/>
              </a:rPr>
              <a:t>Segundo nivel</a:t>
            </a:r>
            <a:endParaRPr b="0" lang="es-E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uFillTx/>
                <a:latin typeface="Aptos"/>
              </a:rPr>
              <a:t>Tercer nivel</a:t>
            </a:r>
            <a:endParaRPr b="0" lang="es-ES" sz="24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uFillTx/>
                <a:latin typeface="Aptos"/>
              </a:rPr>
              <a:t>Cuarto nivel</a:t>
            </a:r>
            <a:endParaRPr b="0" lang="es-E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uFillTx/>
                <a:latin typeface="Aptos"/>
              </a:rPr>
              <a:t>Quinto nivel</a:t>
            </a:r>
            <a:endParaRPr b="0" lang="es-E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uFillTx/>
                <a:latin typeface="Aptos"/>
              </a:rPr>
              <a:t>Haga clic para modificar el estilo de texto del patrón</a:t>
            </a:r>
            <a:endParaRPr b="0" lang="es-ES" sz="16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&lt;date/time&gt;</a:t>
            </a:r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L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031AEC-BCE4-46AB-97FC-387D4D179387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3200" strike="noStrike" u="none">
                <a:solidFill>
                  <a:schemeClr val="dk1"/>
                </a:solidFill>
                <a:uFillTx/>
                <a:latin typeface="Aptos Display"/>
              </a:rPr>
              <a:t>Haga clic para modificar el estilo de título del patrón</a:t>
            </a:r>
            <a:endParaRPr b="0" lang="es-ES" sz="32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uFillTx/>
                <a:latin typeface="Aptos"/>
              </a:rPr>
              <a:t>Click to edit the outline text format</a:t>
            </a:r>
            <a:endParaRPr b="0" lang="es-ES" sz="32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3200" strike="noStrike" u="none">
                <a:solidFill>
                  <a:schemeClr val="dk1"/>
                </a:solidFill>
                <a:uFillTx/>
                <a:latin typeface="Aptos"/>
              </a:rPr>
              <a:t>Second Outline Level</a:t>
            </a:r>
            <a:endParaRPr b="0" lang="es-ES" sz="32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uFillTx/>
                <a:latin typeface="Aptos"/>
              </a:rPr>
              <a:t>Third Outline Level</a:t>
            </a:r>
            <a:endParaRPr b="0" lang="es-ES" sz="32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3200" strike="noStrike" u="none">
                <a:solidFill>
                  <a:schemeClr val="dk1"/>
                </a:solidFill>
                <a:uFillTx/>
                <a:latin typeface="Aptos"/>
              </a:rPr>
              <a:t>Fourth Outline Level</a:t>
            </a:r>
            <a:endParaRPr b="0" lang="es-ES" sz="32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uFillTx/>
                <a:latin typeface="Aptos"/>
              </a:rPr>
              <a:t>Fifth Outline Level</a:t>
            </a:r>
            <a:endParaRPr b="0" lang="es-ES" sz="32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uFillTx/>
                <a:latin typeface="Aptos"/>
              </a:rPr>
              <a:t>Sixth Outline Level</a:t>
            </a:r>
            <a:endParaRPr b="0" lang="es-ES" sz="32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uFillTx/>
                <a:latin typeface="Aptos"/>
              </a:rPr>
              <a:t>Seventh Outline Level</a:t>
            </a:r>
            <a:endParaRPr b="0" lang="es-ES" sz="32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uFillTx/>
                <a:latin typeface="Aptos"/>
              </a:rPr>
              <a:t>Haga clic para modificar el estilo de texto del patrón</a:t>
            </a:r>
            <a:endParaRPr b="0" lang="es-ES" sz="16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&lt;date/time&gt;</a:t>
            </a:r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L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L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CL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FA08B5-5825-4B08-B882-246B30A2A524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ángulo 3"/>
          <p:cNvSpPr/>
          <p:nvPr/>
        </p:nvSpPr>
        <p:spPr>
          <a:xfrm>
            <a:off x="1270080" y="880560"/>
            <a:ext cx="9651600" cy="1314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uFillTx/>
                <a:latin typeface="Courier New"/>
              </a:rPr>
              <a:t>Nombre : ${</a:t>
            </a:r>
            <a:r>
              <a:rPr b="0" lang="es-ES" sz="1800" strike="noStrike" u="none">
                <a:solidFill>
                  <a:schemeClr val="dk1"/>
                </a:solidFill>
                <a:uFillTx/>
                <a:latin typeface="Courier New"/>
                <a:ea typeface="Aptos"/>
              </a:rPr>
              <a:t>nombre alumno}</a:t>
            </a:r>
            <a:endParaRPr b="0" lang="es-CL" sz="1800" strike="noStrike" u="none">
              <a:solidFill>
                <a:srgbClr val="000000"/>
              </a:solidFill>
              <a:uFillTx/>
              <a:latin typeface="Courier New"/>
            </a:endParaRPr>
          </a:p>
        </p:txBody>
      </p:sp>
      <p:sp>
        <p:nvSpPr>
          <p:cNvPr id="73" name="Rectángulo 4"/>
          <p:cNvSpPr/>
          <p:nvPr/>
        </p:nvSpPr>
        <p:spPr>
          <a:xfrm>
            <a:off x="1270080" y="3425400"/>
            <a:ext cx="9651600" cy="1314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uFillTx/>
                <a:latin typeface="Fira Code SemiBold"/>
              </a:rPr>
              <a:t>con una duración de ${duracion} y una nota de ${nota} tuvo de profesor ${relator} en ${emision}</a:t>
            </a:r>
            <a:endParaRPr b="0" lang="es-CL" sz="1800" strike="noStrike" u="none">
              <a:solidFill>
                <a:srgbClr val="000000"/>
              </a:solidFill>
              <a:uFillTx/>
              <a:latin typeface="Fira Code SemiBold"/>
            </a:endParaRPr>
          </a:p>
        </p:txBody>
      </p:sp>
      <p:pic>
        <p:nvPicPr>
          <p:cNvPr id="74" name="Imagen 5" descr="Logotipo, nombre de la empresa&#10;&#10;El contenido generado por inteligencia artificial puede ser incorrecto."/>
          <p:cNvPicPr/>
          <p:nvPr/>
        </p:nvPicPr>
        <p:blipFill>
          <a:blip r:embed="rId1"/>
          <a:stretch/>
        </p:blipFill>
        <p:spPr>
          <a:xfrm>
            <a:off x="8514720" y="0"/>
            <a:ext cx="3155760" cy="191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"/>
          <p:cNvSpPr/>
          <p:nvPr/>
        </p:nvSpPr>
        <p:spPr>
          <a:xfrm>
            <a:off x="2520000" y="2194920"/>
            <a:ext cx="6300000" cy="12304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s-CL" sz="2600" strike="noStrike" u="none">
                <a:solidFill>
                  <a:srgbClr val="000000"/>
                </a:solidFill>
                <a:uFillTx/>
                <a:latin typeface="C059"/>
              </a:rPr>
              <a:t>${curso}</a:t>
            </a:r>
            <a:endParaRPr b="0" lang="es-CL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LibreOffice/24.8.5.2$Linux_X86_64 LibreOffice_project/480$Build-2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2025-03-03T08:45:51Z</dcterms:created>
  <dc:creator/>
  <dc:description/>
  <dc:language>es-CL</dc:language>
  <cp:lastModifiedBy/>
  <dcterms:modified xsi:type="dcterms:W3CDTF">2025-03-08T01:19:30Z</dcterms:modified>
  <cp:revision>43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1</vt:i4>
  </property>
</Properties>
</file>
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FA006-7CF2-E3CF-7C4B-173E7146FCCB}" v="55" dt="2025-03-08T01:11:20.229"/>
    <p1510:client id="{BF083157-8B39-7534-2A2E-3196E07938F1}" v="42" dt="2025-03-08T00:46:40.595"/>
    <p1510:client id="{DA4F3322-9980-C8B7-B630-EDE112F18562}" v="16" dt="2025-03-09T00:48:59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BAE8774-DC81-F020-7ED8-CC3FE18D6696}"/>
              </a:ext>
            </a:extLst>
          </p:cNvPr>
          <p:cNvSpPr/>
          <p:nvPr/>
        </p:nvSpPr>
        <p:spPr>
          <a:xfrm>
            <a:off x="1269999" y="3425475"/>
            <a:ext cx="9652000" cy="1314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dirty="0">
                <a:solidFill>
                  <a:schemeClr val="tx1"/>
                </a:solidFill>
              </a:rPr>
              <a:t>Realizo: ${curso} con una duración de ${</a:t>
            </a:r>
            <a:r>
              <a:rPr lang="es-ES" err="1">
                <a:solidFill>
                  <a:schemeClr val="tx1"/>
                </a:solidFill>
              </a:rPr>
              <a:t>duracion</a:t>
            </a:r>
            <a:r>
              <a:rPr lang="es-ES" dirty="0">
                <a:solidFill>
                  <a:schemeClr val="tx1"/>
                </a:solidFill>
              </a:rPr>
              <a:t>} y una nota de ${nota} tuvo de profesor ${relator} en ${</a:t>
            </a:r>
            <a:r>
              <a:rPr lang="es-ES" err="1">
                <a:solidFill>
                  <a:schemeClr val="tx1"/>
                </a:solidFill>
              </a:rPr>
              <a:t>emision</a:t>
            </a:r>
            <a:r>
              <a:rPr lang="es-ES">
                <a:solidFill>
                  <a:schemeClr val="tx1"/>
                </a:solidFill>
              </a:rPr>
              <a:t>} y ${correlativo}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AA3966-5921-5363-C26D-58C801F3B7AF}"/>
              </a:ext>
            </a:extLst>
          </p:cNvPr>
          <p:cNvSpPr txBox="1"/>
          <p:nvPr/>
        </p:nvSpPr>
        <p:spPr>
          <a:xfrm>
            <a:off x="2928470" y="732117"/>
            <a:ext cx="4318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Nombre: ${nombre alumno}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created xsi:type="dcterms:W3CDTF">2025-03-03T08:45:51Z</dcterms:created>
  <dcterms:modified xsi:type="dcterms:W3CDTF">2025-03-09T00:49:20Z</dcterms:modified>
</cp:coreProperties>
</file>
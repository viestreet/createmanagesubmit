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C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C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248E28-185C-497F-BDCA-5D0BA0ABE5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C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C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C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C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C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487246B-980D-4B3F-8CB4-489D32CA3EE9}" type="slidenum"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C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340000" y="180000"/>
            <a:ext cx="59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s-CL" sz="2600" b="0" u="none" strike="noStrike">
                <a:solidFill>
                  <a:srgbClr val="000000"/>
                </a:solidFill>
                <a:effectLst/>
                <a:uFillTx/>
                <a:latin typeface="Lato Black"/>
              </a:rPr>
              <a:t>Capacitacion en:</a:t>
            </a:r>
            <a:endParaRPr lang="es-CL" sz="2600" b="0" u="none" strike="noStrike">
              <a:solidFill>
                <a:srgbClr val="000000"/>
              </a:solidFill>
              <a:effectLst/>
              <a:uFillTx/>
              <a:latin typeface="Lato Black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s-CL" sz="2600" b="0" u="none" strike="noStrike">
                <a:solidFill>
                  <a:srgbClr val="000000"/>
                </a:solidFill>
                <a:effectLst/>
                <a:uFillTx/>
                <a:latin typeface="Lato Black"/>
              </a:rPr>
              <a:t>${curso}</a:t>
            </a:r>
            <a:endParaRPr lang="es-CL" sz="2600" b="0" u="none" strike="noStrike">
              <a:solidFill>
                <a:srgbClr val="000000"/>
              </a:solidFill>
              <a:effectLst/>
              <a:uFillTx/>
              <a:latin typeface="Lato Black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620000" y="1800000"/>
            <a:ext cx="198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${dia_semana}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${dia_numero}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${mes}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620000" y="3420000"/>
            <a:ext cx="180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${ubicacion_del_curso}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700000" y="5040000"/>
            <a:ext cx="54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${ubicacion_del_cliente}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600000" y="1980000"/>
            <a:ext cx="216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${hora_inicio} al ${hora_termino}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560000" y="2160000"/>
            <a:ext cx="1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${relator}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560000" y="2520000"/>
            <a:ext cx="180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${foto_relator}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560000" y="4500000"/>
            <a:ext cx="216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${datos_relator}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 rot="17400000">
            <a:off x="4138920" y="3240720"/>
            <a:ext cx="252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Modalidad : ${modalidad}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-180000" y="-180000"/>
            <a:ext cx="6840000" cy="63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${forma}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380000" y="180000"/>
            <a:ext cx="252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${imagen_cliente_superior}</a:t>
            </a:r>
            <a:endParaRPr lang="es-C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2026-02-09T22:10:02Z</dcterms:created>
  <dc:creator/>
  <dc:description/>
  <dc:language>es-CL</dc:language>
  <cp:lastModifiedBy/>
  <dcterms:modified xsi:type="dcterms:W3CDTF">2026-02-09T22:20:54Z</dcterms:modified>
  <cp:revision>1</cp:revision>
  <dc:subject/>
  <dc:title/>
</cp:coreProperties>
</file>
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3EEA28-FFDB-47D5-B89C-7FFFA03B99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DEB10B-58EA-4954-A106-7C29C2A91E8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 alumno"/>
          <p:cNvSpPr/>
          <p:nvPr/>
        </p:nvSpPr>
        <p:spPr>
          <a:xfrm>
            <a:off x="1980000" y="540000"/>
            <a:ext cx="5938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4400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Nombre:JAVIER ULLOA</a:t>
            </a:r>
            <a:endParaRPr b="0" lang="es-MX" strike="noStrike" sz="44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lugar y fecha"/>
          <p:cNvSpPr/>
          <p:nvPr/>
        </p:nvSpPr>
        <p:spPr>
          <a:xfrm>
            <a:off x="2972520" y="3240000"/>
            <a:ext cx="386712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0" lang="es-MX" strike="noStrike" sz="3350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concepcion,2023</a:t>
            </a:r>
            <a:endParaRPr b="0" lang="es-MX" strike="noStrike" sz="40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name="TextBox 2" id="2"/>
          <p:cNvSpPr txBox="true"/>
          <p:nvPr/>
        </p:nvSpPr>
        <p:spPr>
          <a:xfrm rot="0">
            <a:off x="1800000" y="1620000"/>
            <a:ext cx="5398200" cy="630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0000" y="2275400"/>
            <a:ext cx="5398200" cy="630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test2</a:t>
            </a: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2025-01-15T17:11:18Z</dcterms:modified>
  <cp:revision>11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
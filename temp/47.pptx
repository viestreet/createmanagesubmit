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package.relationships+xml" PartName="/_rels/.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package.relationships+xml" PartName="/ppt/_rels/presentation.xml.rels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package.relationships+xml" PartName="/ppt/slideLayouts/_rels/slideLayout1.xml.rels"/>
  <Override ContentType="application/vnd.openxmlformats-officedocument.presentationml.slideLayout+xml" PartName="/ppt/slideLayouts/slideLayout1.xml"/>
  <Override ContentType="application/vnd.openxmlformats-package.relationships+xml" PartName="/ppt/slideMasters/_rels/slideMaster1.xml.rels"/>
  <Override ContentType="application/vnd.openxmlformats-officedocument.presentationml.slideMaster+xml" PartName="/ppt/slideMasters/slideMaster1.xml"/>
  <Override ContentType="application/vnd.openxmlformats-package.relationships+xml" PartName="/ppt/slides/_rels/slide1.xml.rels"/>
  <Override ContentType="application/vnd.openxmlformats-officedocument.presentationml.slide+xml" PartName="/ppt/slides/slide1.xml"/>
  <Override ContentType="application/vnd.openxmlformats-officedocument.theme+xml" PartName="/ppt/theme/theme1.xml"/>
</Types>
</file>

<file path=_rels/.rels><?xml version="1.0" encoding="UTF-8" standalone="yes"?><Relationships xmlns="http://schemas.openxmlformats.org/package/2006/relationships"><Relationship Id="rId1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3" Target="docProps/custom.xml" Type="http://schemas.openxmlformats.org/officeDocument/2006/relationships/custom-properties"/><Relationship Id="rId4" Target="ppt/presentation.xml" Type="http://schemas.openxmlformats.org/officeDocument/2006/relationships/officeDocument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2" Target="slideMasters/slideMaster1.xml" Type="http://schemas.openxmlformats.org/officeDocument/2006/relationships/slideMaster"/><Relationship Id="rId3" Target="slides/slide1.xml" Type="http://schemas.openxmlformats.org/officeDocument/2006/relationships/slide"/><Relationship Id="rId4" Target="presProps.xml" Type="http://schemas.openxmlformats.org/officeDocument/2006/relationships/presProps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4D72C4-AB2A-4C52-9986-7813721C75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 standalone="yes"?><Relationships xmlns="http://schemas.openxmlformats.org/package/2006/relationships"><Relationship Id="rId1" Target="../theme/theme1.xml" Type="http://schemas.openxmlformats.org/officeDocument/2006/relationships/theme"/><Relationship Id="rId2" Target="../slideLayouts/slideLayout1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CF071E-1A06-4C6E-9BE6-C84A5F35C375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ombreAsistente"/>
          <p:cNvSpPr/>
          <p:nvPr/>
        </p:nvSpPr>
        <p:spPr>
          <a:xfrm>
            <a:off x="1980000" y="540000"/>
            <a:ext cx="59396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bIns="45000" lIns="90000" rIns="90000" tIns="45000">
            <a:noAutofit/>
          </a:bodyPr>
          <a:p>
            <a:pPr>
              <a:lnSpc>
                <a:spcPct val="100000"/>
              </a:lnSpc>
            </a:pPr>
            <a:r>
              <a:rPr b="1" lang="es-MX" strike="noStrike" sz="1800" u="none">
                <a:solidFill>
                  <a:srgbClr val="000000"/>
                </a:solidFill>
                <a:uFillTx/>
                <a:latin typeface="Nimbus Sans Narrow"/>
              </a:rPr>
              <a:t>Nombre:Javier Ulloa Fierro</a:t>
            </a:r>
            <a:endParaRPr b="0" lang="es-MX" strike="noStrike" sz="1800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name="TextBox 2" id="2"/>
          <p:cNvSpPr txBox="true"/>
          <p:nvPr/>
        </p:nvSpPr>
        <p:spPr>
          <a:xfrm rot="0">
            <a:off x="1800000" y="162000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00000" y="183996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00000" y="205992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00000" y="227988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00000" y="249984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test1,test2,test3,test4,test5test1,test2,test3,test4,test5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00000" y="271980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00000" y="293976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00000" y="315972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00000" y="3379680"/>
            <a:ext cx="5399640" cy="21996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test1,test2,test3,test4,test5</a:t>
            </a:r>
          </a:p>
        </p:txBody>
      </p:sp>
    </p:spTree>
  </p:cSld>
  <mc:AlternateContent>
    <mc:Choice Requires="p14">
      <p:transition p14:dur="2000" spd="slow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LibreOffice/24.8.3.2$Linux_X86_64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2025-01-04T23:16:54Z</dcterms:created>
  <dc:language>es-MX</dc:language>
  <dcterms:modified xsi:type="dcterms:W3CDTF">2025-01-08T16:29:07Z</dcterms:modified>
  <cp:revision>4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
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relationships+xml" PartName="/_rels/.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package.relationships+xml" PartName="/ppt/_rels/presentation.xml.rels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Masters/_rels/slideMaster1.xml.rels"/>
  <Override ContentType="application/vnd.openxmlformats-officedocument.presentationml.slideMaster+xml" PartName="/ppt/slideMasters/slideMaster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<Relationships xmlns="http://schemas.openxmlformats.org/package/2006/relationships"><Relationship Id="rId1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3" Target="docProps/custom.xml" Type="http://schemas.openxmlformats.org/officeDocument/2006/relationships/custom-properties"/><Relationship Id="rId4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2" Target="slideMasters/slideMaster1.xml" Type="http://schemas.openxmlformats.org/officeDocument/2006/relationships/slideMaster"/><Relationship Id="rId3" Target="slides/slide1.xml" Type="http://schemas.openxmlformats.org/officeDocument/2006/relationships/slide"/><Relationship Id="rId4" Target="presProps.xml" Type="http://schemas.openxmlformats.org/officeDocument/2006/relationships/presProp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A3CC1C-E285-4608-8E8E-49946FB985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1" Target="../theme/theme1.xml" Type="http://schemas.openxmlformats.org/officeDocument/2006/relationships/theme"/><Relationship Id="rId2" Target="../slideLayouts/slideLayout1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A34051-97A3-41AB-9201-86D6BDC15AF7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1980000" y="540000"/>
            <a:ext cx="59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1" lang="es-MX" strike="noStrike" sz="2200" u="none">
                <a:solidFill>
                  <a:srgbClr val="000000"/>
                </a:solidFill>
                <a:uFillTx/>
                <a:latin typeface="Sans Serif Collection"/>
                <a:ea typeface="DejaVu Sans"/>
              </a:rPr>
              <a:t>Nombre:Javier</a:t>
            </a:r>
            <a:endParaRPr b="0" lang="es-MX" strike="noStrike" sz="2200" u="none">
              <a:solidFill>
                <a:srgbClr val="000000"/>
              </a:solidFill>
              <a:uFillTx/>
              <a:latin typeface="Sans Serif Collection"/>
            </a:endParaRPr>
          </a:p>
        </p:txBody>
      </p:sp>
      <p:sp>
        <p:nvSpPr>
          <p:cNvPr id="6" name=""/>
          <p:cNvSpPr/>
          <p:nvPr/>
        </p:nvSpPr>
        <p:spPr>
          <a:xfrm>
            <a:off x="1800000" y="1620000"/>
            <a:ext cx="539928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1" lang="es-MX" strike="noStrike" sz="4000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test1
test2</a:t>
            </a:r>
            <a:endParaRPr b="1" lang="es-MX" strike="noStrike" sz="4000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p14:dur="2000" spd="slow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2025-01-04T23:16:54Z</dcterms:created>
  <dc:language>es-MX</dc:language>
  <dcterms:modified xsi:type="dcterms:W3CDTF">2025-01-05T18:03:03Z</dcterms:modified>
  <cp:revision>6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
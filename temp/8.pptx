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relationships+xml" PartName="/_rels/.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package.relationships+xml" PartName="/ppt/_rels/presentation.xml.rels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package.relationships+xml" PartName="/ppt/slideLayouts/_rels/slideLayout1.xml.rels"/>
  <Override ContentType="application/vnd.openxmlformats-officedocument.presentationml.slideLayout+xml" PartName="/ppt/slideLayouts/slideLayout1.xml"/>
  <Override ContentType="application/vnd.openxmlformats-package.relationships+xml" PartName="/ppt/slideMasters/_rels/slideMaster1.xml.rels"/>
  <Override ContentType="application/vnd.openxmlformats-officedocument.presentationml.slideMaster+xml" PartName="/ppt/slideMasters/slideMaster1.xml"/>
  <Override ContentType="application/vnd.openxmlformats-package.relationships+xml" PartName="/ppt/slides/_rels/slide1.xml.rels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<Relationships xmlns="http://schemas.openxmlformats.org/package/2006/relationships"><Relationship Id="rId1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3" Target="docProps/custom.xml" Type="http://schemas.openxmlformats.org/officeDocument/2006/relationships/custom-properties"/><Relationship Id="rId4" Target="ppt/presentation.xml" Type="http://schemas.openxmlformats.org/officeDocument/2006/relationships/officeDocument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2" Target="slideMasters/slideMaster1.xml" Type="http://schemas.openxmlformats.org/officeDocument/2006/relationships/slideMaster"/><Relationship Id="rId3" Target="slides/slide1.xml" Type="http://schemas.openxmlformats.org/officeDocument/2006/relationships/slide"/><Relationship Id="rId4" Target="presProps.xml" Type="http://schemas.openxmlformats.org/officeDocument/2006/relationships/presProps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3EEA28-FFDB-47D5-B89C-7FFFA03B99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 standalone="yes"?><Relationships xmlns="http://schemas.openxmlformats.org/package/2006/relationships"><Relationship Id="rId1" Target="../theme/theme1.xml" Type="http://schemas.openxmlformats.org/officeDocument/2006/relationships/theme"/><Relationship Id="rId2" Target="../slideLayouts/slideLayout1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20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DEB10B-58EA-4954-A106-7C29C2A91E87}" type="slidenum"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&lt;number&gt;</a:t>
            </a:fld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480" cy="38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s-MX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MX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MX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MX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MX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MX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="http://schemas.microsoft.com/office/powerpoint/2012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ombre alumno"/>
          <p:cNvSpPr/>
          <p:nvPr/>
        </p:nvSpPr>
        <p:spPr>
          <a:xfrm>
            <a:off x="1980000" y="540000"/>
            <a:ext cx="593820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r>
              <a:rPr b="1" lang="es-MX" strike="noStrike" sz="3750" u="none">
                <a:solidFill>
                  <a:srgbClr val="000000"/>
                </a:solidFill>
                <a:uFillTx/>
                <a:latin typeface="Nimbus Sans Narrow"/>
                <a:ea typeface="DejaVu Sans"/>
              </a:rPr>
              <a:t>Nombre:JAVIER JASJAJSDJA</a:t>
            </a:r>
            <a:endParaRPr b="0" lang="es-MX" strike="noStrike" sz="44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lugar y fecha"/>
          <p:cNvSpPr/>
          <p:nvPr/>
        </p:nvSpPr>
        <p:spPr>
          <a:xfrm>
            <a:off x="2972520" y="3240000"/>
            <a:ext cx="3867120" cy="5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 bIns="45000" lIns="90000" rIns="90000" tIns="45000">
            <a:noAutofit/>
          </a:bodyPr>
          <a:p>
            <a:pPr>
              <a:lnSpc>
                <a:spcPct val="100000"/>
              </a:lnSpc>
            </a:pPr>
            <a:r>
              <a:rPr b="0" lang="es-MX" strike="noStrike" sz="3350" u="none">
                <a:solidFill>
                  <a:srgbClr val="000000"/>
                </a:solidFill>
                <a:uFillTx/>
                <a:latin typeface="Lato Black"/>
                <a:ea typeface="DejaVu Sans"/>
              </a:rPr>
              <a:t>concepcion,2023</a:t>
            </a:r>
            <a:endParaRPr b="0" lang="es-MX" strike="noStrike" sz="4000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name="TextBox 2" id="2"/>
          <p:cNvSpPr txBox="true"/>
          <p:nvPr/>
        </p:nvSpPr>
        <p:spPr>
          <a:xfrm rot="0">
            <a:off x="1800000" y="1620000"/>
            <a:ext cx="5398200" cy="252000"/>
          </a:xfrm>
          <a:prstGeom prst="rect">
            <a:avLst/>
          </a:prstGeom>
          <a:noFill/>
          <a:ln>
            <a:noFill/>
          </a:ln>
        </p:spPr>
        <p:txBody>
          <a:bodyPr anchor="t" rtlCol="false" tIns="45000" lIns="90000" bIns="45000" rIns="90000" vert="horz">
            <a:noAutofit/>
          </a:bodyPr>
          <a:lstStyle/>
          <a:p>
            <a:pPr algn="l">
              <a:defRPr/>
            </a:pPr>
            <a:r>
              <a:rPr lang="es-MX"/>
              <a:t/>
            </a:r>
            <a:endParaRPr lang="en-US" sz="1100"/>
          </a:p>
          <a:p>
            <a:pPr algn="ctr" lvl="0">
              <a:lnSpc>
                <a:spcPct val="100000"/>
              </a:lnSpc>
              <a:buFont typeface=""/>
              <a:buChar char=""/>
            </a:pPr>
            <a:r>
              <a:rPr lang="en-US" b="false" i="false" u="none" sz="450">
                <a:solidFill>
                  <a:srgbClr val="000000"/>
                </a:solidFill>
                <a:latin typeface="Lato Black"/>
              </a:rPr>
              <a:t>test1,test2,test3,test4,test5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0000" y="1897400"/>
            <a:ext cx="5398200" cy="252000"/>
          </a:xfrm>
          <a:prstGeom prst="rect">
            <a:avLst/>
          </a:prstGeom>
          <a:noFill/>
          <a:ln>
            <a:noFill/>
          </a:ln>
        </p:spPr>
        <p:txBody>
          <a:bodyPr anchor="t" rtlCol="false" tIns="45000" lIns="90000" bIns="45000" rIns="90000" vert="horz">
            <a:noAutofit/>
          </a:bodyPr>
          <a:lstStyle/>
          <a:p>
            <a:pPr algn="l">
              <a:defRPr/>
            </a:pPr>
            <a:r>
              <a:rPr lang="es-MX"/>
              <a:t/>
            </a:r>
            <a:endParaRPr lang="en-US" sz="1100"/>
          </a:p>
          <a:p>
            <a:pPr algn="ctr" lvl="0">
              <a:lnSpc>
                <a:spcPct val="100000"/>
              </a:lnSpc>
              <a:buFont typeface=""/>
              <a:buChar char=""/>
            </a:pPr>
            <a:r>
              <a:rPr lang="en-US" b="false" i="false" u="none" sz="450">
                <a:solidFill>
                  <a:srgbClr val="000000"/>
                </a:solidFill>
                <a:latin typeface="Lato Black"/>
              </a:rPr>
              <a:t>test1,test2,test3,test4,test5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00000" y="2174800"/>
            <a:ext cx="5398200" cy="252000"/>
          </a:xfrm>
          <a:prstGeom prst="rect">
            <a:avLst/>
          </a:prstGeom>
          <a:noFill/>
          <a:ln>
            <a:noFill/>
          </a:ln>
        </p:spPr>
        <p:txBody>
          <a:bodyPr anchor="t" rtlCol="false" tIns="45000" lIns="90000" bIns="45000" rIns="90000" vert="horz">
            <a:noAutofit/>
          </a:bodyPr>
          <a:lstStyle/>
          <a:p>
            <a:pPr algn="l">
              <a:defRPr/>
            </a:pPr>
            <a:r>
              <a:rPr lang="es-MX"/>
              <a:t/>
            </a:r>
            <a:endParaRPr lang="en-US" sz="1100"/>
          </a:p>
          <a:p>
            <a:pPr algn="ctr" lvl="0">
              <a:lnSpc>
                <a:spcPct val="100000"/>
              </a:lnSpc>
              <a:buFont typeface=""/>
              <a:buChar char=""/>
            </a:pPr>
            <a:r>
              <a:rPr lang="en-US" b="false" i="false" u="none" sz="450">
                <a:solidFill>
                  <a:srgbClr val="000000"/>
                </a:solidFill>
                <a:latin typeface="Lato Black"/>
              </a:rPr>
              <a:t>test1,test2,test3,test4,test5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0000" y="2452200"/>
            <a:ext cx="5398200" cy="252000"/>
          </a:xfrm>
          <a:prstGeom prst="rect">
            <a:avLst/>
          </a:prstGeom>
          <a:noFill/>
          <a:ln>
            <a:noFill/>
          </a:ln>
        </p:spPr>
        <p:txBody>
          <a:bodyPr anchor="t" rtlCol="false" tIns="45000" lIns="90000" bIns="45000" rIns="90000" vert="horz">
            <a:noAutofit/>
          </a:bodyPr>
          <a:lstStyle/>
          <a:p>
            <a:pPr algn="l">
              <a:defRPr/>
            </a:pPr>
            <a:r>
              <a:rPr lang="es-MX"/>
              <a:t/>
            </a:r>
            <a:endParaRPr lang="en-US" sz="1100"/>
          </a:p>
          <a:p>
            <a:pPr algn="ctr" lvl="0">
              <a:lnSpc>
                <a:spcPct val="100000"/>
              </a:lnSpc>
              <a:buFont typeface=""/>
              <a:buChar char=""/>
            </a:pPr>
            <a:r>
              <a:rPr lang="en-US" b="false" i="false" u="none" sz="450">
                <a:solidFill>
                  <a:srgbClr val="000000"/>
                </a:solidFill>
                <a:latin typeface="Lato Black"/>
              </a:rPr>
              <a:t>test1,test2,test3,test4,test5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0000" y="2729600"/>
            <a:ext cx="5398200" cy="252000"/>
          </a:xfrm>
          <a:prstGeom prst="rect">
            <a:avLst/>
          </a:prstGeom>
          <a:noFill/>
          <a:ln>
            <a:noFill/>
          </a:ln>
        </p:spPr>
        <p:txBody>
          <a:bodyPr anchor="t" rtlCol="false" tIns="45000" lIns="90000" bIns="45000" rIns="90000" vert="horz">
            <a:noAutofit/>
          </a:bodyPr>
          <a:lstStyle/>
          <a:p>
            <a:pPr algn="l">
              <a:defRPr/>
            </a:pPr>
            <a:r>
              <a:rPr lang="es-MX"/>
              <a:t/>
            </a:r>
            <a:endParaRPr lang="en-US" sz="1100"/>
          </a:p>
          <a:p>
            <a:pPr algn="ctr" lvl="0">
              <a:lnSpc>
                <a:spcPct val="100000"/>
              </a:lnSpc>
              <a:buFont typeface=""/>
              <a:buChar char=""/>
            </a:pPr>
            <a:r>
              <a:rPr lang="en-US" b="false" i="false" u="none" sz="450">
                <a:solidFill>
                  <a:srgbClr val="000000"/>
                </a:solidFill>
                <a:latin typeface="Lato Black"/>
              </a:rPr>
              <a:t>test1,test2,test3,test4,test5</a:t>
            </a:r>
          </a:p>
        </p:txBody>
      </p:sp>
    </p:spTree>
  </p:cSld>
  <mc:AlternateContent>
    <mc:Choice Requires="p14">
      <p:transition p14:dur="2000" spd="slow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LibreOffice/24.8.4.2$Linux_X86_64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2025-01-04T23:16:54Z</dcterms:created>
  <dc:language>es-MX</dc:language>
  <dcterms:modified xsi:type="dcterms:W3CDTF">2025-01-15T17:11:18Z</dcterms:modified>
  <cp:revision>11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
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relationships+xml" PartName="/_rels/.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<Relationships xmlns="http://schemas.openxmlformats.org/package/2006/relationships"><Relationship Id="rId1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3" Target="docProps/custom.xml" Type="http://schemas.openxmlformats.org/officeDocument/2006/relationships/custom-properties"/><Relationship Id="rId4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2" Target="slideMasters/slideMaster1.xml" Type="http://schemas.openxmlformats.org/officeDocument/2006/relationships/slideMaster"/><Relationship Id="rId3" Target="slides/slide1.xml" Type="http://schemas.openxmlformats.org/officeDocument/2006/relationships/slide"/><Relationship Id="rId4" Target="presProps.xml" Type="http://schemas.openxmlformats.org/officeDocument/2006/relationships/pres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3EEA28-FFDB-47D5-B89C-7FFFA03B99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arget="../theme/theme1.xml" Type="http://schemas.openxmlformats.org/officeDocument/2006/relationships/theme"/><Relationship Id="rId2" Target="../slideLayouts/slideLayout1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DEB10B-58EA-4954-A106-7C29C2A91E87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 alumno"/>
          <p:cNvSpPr/>
          <p:nvPr/>
        </p:nvSpPr>
        <p:spPr>
          <a:xfrm>
            <a:off x="1980000" y="540000"/>
            <a:ext cx="5938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4400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Nombre:TEST</a:t>
            </a:r>
            <a:endParaRPr b="0" lang="es-MX" strike="noStrike" sz="44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lugar y fecha"/>
          <p:cNvSpPr/>
          <p:nvPr/>
        </p:nvSpPr>
        <p:spPr>
          <a:xfrm>
            <a:off x="2972520" y="3240000"/>
            <a:ext cx="386712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0" lang="es-MX" strike="noStrike" sz="3350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concepcion,2023</a:t>
            </a:r>
            <a:endParaRPr b="0" lang="es-MX" strike="noStrike" sz="40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name="TextBox 2" id="2"/>
          <p:cNvSpPr txBox="true"/>
          <p:nvPr/>
        </p:nvSpPr>
        <p:spPr>
          <a:xfrm rot="0">
            <a:off x="1800000" y="1620000"/>
            <a:ext cx="5398200" cy="630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000">
                <a:solidFill>
                  <a:srgbClr val="000000"/>
                </a:solidFill>
                <a:latin typeface="Lato Black"/>
              </a:rPr>
              <a:t>test1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0000" y="2275400"/>
            <a:ext cx="5398200" cy="630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000">
                <a:solidFill>
                  <a:srgbClr val="000000"/>
                </a:solidFill>
                <a:latin typeface="Lato Black"/>
              </a:rPr>
              <a:t>test2</a:t>
            </a:r>
          </a:p>
        </p:txBody>
      </p:sp>
    </p:spTree>
  </p:cSld>
  <mc:AlternateContent>
    <mc:Choice Requires="p14">
      <p:transition p14:dur="2000" spd="slow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2025-01-04T23:16:54Z</dcterms:created>
  <dc:language>es-MX</dc:language>
  <dcterms:modified xsi:type="dcterms:W3CDTF">2025-01-15T17:11:18Z</dcterms:modified>
  <cp:revision>11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